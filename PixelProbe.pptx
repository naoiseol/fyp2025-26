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3" r:id="rId6"/>
    <p:sldId id="260" r:id="rId7"/>
    <p:sldId id="262" r:id="rId8"/>
    <p:sldId id="261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18485-5574-4D01-945D-D9EE06A4A998}" v="32" dt="2026-04-27T18:03:03.4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92" d="100"/>
          <a:sy n="92" d="100"/>
        </p:scale>
        <p:origin x="90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OISE O LOUGHLIN - STUDENT" userId="5a51fffa-c338-44eb-8c61-ba01f9054679" providerId="ADAL" clId="{5E5C5813-00E0-4BA3-8A1E-7FFCC344EDEF}"/>
    <pc:docChg chg="undo custSel addSld modSld">
      <pc:chgData name="NAOISE O LOUGHLIN - STUDENT" userId="5a51fffa-c338-44eb-8c61-ba01f9054679" providerId="ADAL" clId="{5E5C5813-00E0-4BA3-8A1E-7FFCC344EDEF}" dt="2026-04-27T18:06:53.364" v="3856" actId="20577"/>
      <pc:docMkLst>
        <pc:docMk/>
      </pc:docMkLst>
      <pc:sldChg chg="addSp delSp modSp mod setBg addAnim delAnim">
        <pc:chgData name="NAOISE O LOUGHLIN - STUDENT" userId="5a51fffa-c338-44eb-8c61-ba01f9054679" providerId="ADAL" clId="{5E5C5813-00E0-4BA3-8A1E-7FFCC344EDEF}" dt="2026-04-27T15:40:14.556" v="3829" actId="2085"/>
        <pc:sldMkLst>
          <pc:docMk/>
          <pc:sldMk cId="3261832183" sldId="256"/>
        </pc:sldMkLst>
        <pc:spChg chg="mod">
          <ac:chgData name="NAOISE O LOUGHLIN - STUDENT" userId="5a51fffa-c338-44eb-8c61-ba01f9054679" providerId="ADAL" clId="{5E5C5813-00E0-4BA3-8A1E-7FFCC344EDEF}" dt="2026-04-27T12:16:23.980" v="1730" actId="26606"/>
          <ac:spMkLst>
            <pc:docMk/>
            <pc:sldMk cId="3261832183" sldId="256"/>
            <ac:spMk id="2" creationId="{73269F43-7465-0146-9A61-9752E7DDB574}"/>
          </ac:spMkLst>
        </pc:spChg>
        <pc:spChg chg="mod">
          <ac:chgData name="NAOISE O LOUGHLIN - STUDENT" userId="5a51fffa-c338-44eb-8c61-ba01f9054679" providerId="ADAL" clId="{5E5C5813-00E0-4BA3-8A1E-7FFCC344EDEF}" dt="2026-04-27T12:16:23.980" v="1730" actId="26606"/>
          <ac:spMkLst>
            <pc:docMk/>
            <pc:sldMk cId="3261832183" sldId="256"/>
            <ac:spMk id="3" creationId="{10C13FF4-D2B8-104B-C0C9-1060C8B14A34}"/>
          </ac:spMkLst>
        </pc:spChg>
        <pc:spChg chg="add del">
          <ac:chgData name="NAOISE O LOUGHLIN - STUDENT" userId="5a51fffa-c338-44eb-8c61-ba01f9054679" providerId="ADAL" clId="{5E5C5813-00E0-4BA3-8A1E-7FFCC344EDEF}" dt="2026-04-27T12:15:44.234" v="1722" actId="26606"/>
          <ac:spMkLst>
            <pc:docMk/>
            <pc:sldMk cId="3261832183" sldId="256"/>
            <ac:spMk id="8" creationId="{7A070EAD-1DCD-4F3D-BA84-799B891A0E19}"/>
          </ac:spMkLst>
        </pc:spChg>
        <pc:grpChg chg="add del">
          <ac:chgData name="NAOISE O LOUGHLIN - STUDENT" userId="5a51fffa-c338-44eb-8c61-ba01f9054679" providerId="ADAL" clId="{5E5C5813-00E0-4BA3-8A1E-7FFCC344EDEF}" dt="2026-04-27T12:15:44.234" v="1722" actId="26606"/>
          <ac:grpSpMkLst>
            <pc:docMk/>
            <pc:sldMk cId="3261832183" sldId="256"/>
            <ac:grpSpMk id="10" creationId="{DE471E13-6104-4637-8A8F-B545529B1D11}"/>
          </ac:grpSpMkLst>
        </pc:grpChg>
        <pc:grpChg chg="add del">
          <ac:chgData name="NAOISE O LOUGHLIN - STUDENT" userId="5a51fffa-c338-44eb-8c61-ba01f9054679" providerId="ADAL" clId="{5E5C5813-00E0-4BA3-8A1E-7FFCC344EDEF}" dt="2026-04-27T12:16:23.980" v="1730" actId="26606"/>
          <ac:grpSpMkLst>
            <pc:docMk/>
            <pc:sldMk cId="3261832183" sldId="256"/>
            <ac:grpSpMk id="12" creationId="{096A8A5D-137F-4A8A-9811-F7A867F02E3F}"/>
          </ac:grpSpMkLst>
        </pc:grpChg>
        <pc:grpChg chg="add del">
          <ac:chgData name="NAOISE O LOUGHLIN - STUDENT" userId="5a51fffa-c338-44eb-8c61-ba01f9054679" providerId="ADAL" clId="{5E5C5813-00E0-4BA3-8A1E-7FFCC344EDEF}" dt="2026-04-27T12:16:23.980" v="1730" actId="26606"/>
          <ac:grpSpMkLst>
            <pc:docMk/>
            <pc:sldMk cId="3261832183" sldId="256"/>
            <ac:grpSpMk id="16" creationId="{0FA686C7-6B08-416F-AEF3-C204079363A8}"/>
          </ac:grpSpMkLst>
        </pc:grpChg>
        <pc:grpChg chg="add del">
          <ac:chgData name="NAOISE O LOUGHLIN - STUDENT" userId="5a51fffa-c338-44eb-8c61-ba01f9054679" providerId="ADAL" clId="{5E5C5813-00E0-4BA3-8A1E-7FFCC344EDEF}" dt="2026-04-27T12:16:23.980" v="1730" actId="26606"/>
          <ac:grpSpMkLst>
            <pc:docMk/>
            <pc:sldMk cId="3261832183" sldId="256"/>
            <ac:grpSpMk id="72" creationId="{4C78E281-F596-4ECB-979A-89D89452AAD7}"/>
          </ac:grpSpMkLst>
        </pc:grpChg>
        <pc:picChg chg="add del mod">
          <ac:chgData name="NAOISE O LOUGHLIN - STUDENT" userId="5a51fffa-c338-44eb-8c61-ba01f9054679" providerId="ADAL" clId="{5E5C5813-00E0-4BA3-8A1E-7FFCC344EDEF}" dt="2026-04-27T15:40:14.556" v="3829" actId="2085"/>
          <ac:picMkLst>
            <pc:docMk/>
            <pc:sldMk cId="3261832183" sldId="256"/>
            <ac:picMk id="7" creationId="{5C6143A2-FEE6-6918-FA16-2A5411E251C2}"/>
          </ac:picMkLst>
        </pc:picChg>
      </pc:sldChg>
      <pc:sldChg chg="addSp delSp modSp mod setBg setClrOvrMap">
        <pc:chgData name="NAOISE O LOUGHLIN - STUDENT" userId="5a51fffa-c338-44eb-8c61-ba01f9054679" providerId="ADAL" clId="{5E5C5813-00E0-4BA3-8A1E-7FFCC344EDEF}" dt="2026-04-27T13:39:37.646" v="2832" actId="26606"/>
        <pc:sldMkLst>
          <pc:docMk/>
          <pc:sldMk cId="14242263" sldId="257"/>
        </pc:sldMkLst>
        <pc:spChg chg="mod">
          <ac:chgData name="NAOISE O LOUGHLIN - STUDENT" userId="5a51fffa-c338-44eb-8c61-ba01f9054679" providerId="ADAL" clId="{5E5C5813-00E0-4BA3-8A1E-7FFCC344EDEF}" dt="2026-04-27T13:39:37.646" v="2832" actId="26606"/>
          <ac:spMkLst>
            <pc:docMk/>
            <pc:sldMk cId="14242263" sldId="257"/>
            <ac:spMk id="2" creationId="{F9833BCC-E99C-E5DD-CEBD-C2775E36A632}"/>
          </ac:spMkLst>
        </pc:spChg>
        <pc:spChg chg="add del mod">
          <ac:chgData name="NAOISE O LOUGHLIN - STUDENT" userId="5a51fffa-c338-44eb-8c61-ba01f9054679" providerId="ADAL" clId="{5E5C5813-00E0-4BA3-8A1E-7FFCC344EDEF}" dt="2026-04-27T13:39:37.646" v="2832" actId="26606"/>
          <ac:spMkLst>
            <pc:docMk/>
            <pc:sldMk cId="14242263" sldId="257"/>
            <ac:spMk id="3" creationId="{6A2FD7D9-9723-9EB4-8DBF-D41159BB4AA0}"/>
          </ac:spMkLst>
        </pc:spChg>
        <pc:spChg chg="add del">
          <ac:chgData name="NAOISE O LOUGHLIN - STUDENT" userId="5a51fffa-c338-44eb-8c61-ba01f9054679" providerId="ADAL" clId="{5E5C5813-00E0-4BA3-8A1E-7FFCC344EDEF}" dt="2026-04-27T13:39:33.802" v="2825" actId="26606"/>
          <ac:spMkLst>
            <pc:docMk/>
            <pc:sldMk cId="14242263" sldId="257"/>
            <ac:spMk id="8" creationId="{6BFC9644-673A-459F-B3C5-9310A4E50E3B}"/>
          </ac:spMkLst>
        </pc:spChg>
        <pc:spChg chg="add del">
          <ac:chgData name="NAOISE O LOUGHLIN - STUDENT" userId="5a51fffa-c338-44eb-8c61-ba01f9054679" providerId="ADAL" clId="{5E5C5813-00E0-4BA3-8A1E-7FFCC344EDEF}" dt="2026-04-27T13:39:35.313" v="2827" actId="26606"/>
          <ac:spMkLst>
            <pc:docMk/>
            <pc:sldMk cId="14242263" sldId="257"/>
            <ac:spMk id="9" creationId="{2EEF4763-EB4A-4A35-89EB-AD2763B48C3B}"/>
          </ac:spMkLst>
        </pc:spChg>
        <pc:spChg chg="add del">
          <ac:chgData name="NAOISE O LOUGHLIN - STUDENT" userId="5a51fffa-c338-44eb-8c61-ba01f9054679" providerId="ADAL" clId="{5E5C5813-00E0-4BA3-8A1E-7FFCC344EDEF}" dt="2026-04-27T13:39:36.310" v="2829" actId="26606"/>
          <ac:spMkLst>
            <pc:docMk/>
            <pc:sldMk cId="14242263" sldId="257"/>
            <ac:spMk id="11" creationId="{2EEF4763-EB4A-4A35-89EB-AD2763B48C3B}"/>
          </ac:spMkLst>
        </pc:spChg>
        <pc:spChg chg="add del">
          <ac:chgData name="NAOISE O LOUGHLIN - STUDENT" userId="5a51fffa-c338-44eb-8c61-ba01f9054679" providerId="ADAL" clId="{5E5C5813-00E0-4BA3-8A1E-7FFCC344EDEF}" dt="2026-04-27T13:39:33.802" v="2825" actId="26606"/>
          <ac:spMkLst>
            <pc:docMk/>
            <pc:sldMk cId="14242263" sldId="257"/>
            <ac:spMk id="39" creationId="{7D1C411D-0818-4640-8657-2AF78250C802}"/>
          </ac:spMkLst>
        </pc:spChg>
        <pc:spChg chg="add del">
          <ac:chgData name="NAOISE O LOUGHLIN - STUDENT" userId="5a51fffa-c338-44eb-8c61-ba01f9054679" providerId="ADAL" clId="{5E5C5813-00E0-4BA3-8A1E-7FFCC344EDEF}" dt="2026-04-27T13:39:37.628" v="2831" actId="26606"/>
          <ac:spMkLst>
            <pc:docMk/>
            <pc:sldMk cId="14242263" sldId="257"/>
            <ac:spMk id="41" creationId="{54B9C16B-AC4A-44ED-9075-F76549B46E7C}"/>
          </ac:spMkLst>
        </pc:spChg>
        <pc:spChg chg="add del">
          <ac:chgData name="NAOISE O LOUGHLIN - STUDENT" userId="5a51fffa-c338-44eb-8c61-ba01f9054679" providerId="ADAL" clId="{5E5C5813-00E0-4BA3-8A1E-7FFCC344EDEF}" dt="2026-04-27T13:39:37.628" v="2831" actId="26606"/>
          <ac:spMkLst>
            <pc:docMk/>
            <pc:sldMk cId="14242263" sldId="257"/>
            <ac:spMk id="42" creationId="{B53044DC-4918-43DA-B49D-91673C6C9485}"/>
          </ac:spMkLst>
        </pc:spChg>
        <pc:spChg chg="add">
          <ac:chgData name="NAOISE O LOUGHLIN - STUDENT" userId="5a51fffa-c338-44eb-8c61-ba01f9054679" providerId="ADAL" clId="{5E5C5813-00E0-4BA3-8A1E-7FFCC344EDEF}" dt="2026-04-27T13:39:37.646" v="2832" actId="26606"/>
          <ac:spMkLst>
            <pc:docMk/>
            <pc:sldMk cId="14242263" sldId="257"/>
            <ac:spMk id="76" creationId="{E978A47D-4F17-40FE-AB70-7AF78A9575EB}"/>
          </ac:spMkLst>
        </pc:spChg>
        <pc:spChg chg="add">
          <ac:chgData name="NAOISE O LOUGHLIN - STUDENT" userId="5a51fffa-c338-44eb-8c61-ba01f9054679" providerId="ADAL" clId="{5E5C5813-00E0-4BA3-8A1E-7FFCC344EDEF}" dt="2026-04-27T13:39:37.646" v="2832" actId="26606"/>
          <ac:spMkLst>
            <pc:docMk/>
            <pc:sldMk cId="14242263" sldId="257"/>
            <ac:spMk id="106" creationId="{6A2FD7D9-9723-9EB4-8DBF-D41159BB4AA0}"/>
          </ac:spMkLst>
        </pc:spChg>
        <pc:grpChg chg="add del">
          <ac:chgData name="NAOISE O LOUGHLIN - STUDENT" userId="5a51fffa-c338-44eb-8c61-ba01f9054679" providerId="ADAL" clId="{5E5C5813-00E0-4BA3-8A1E-7FFCC344EDEF}" dt="2026-04-27T13:39:33.802" v="2825" actId="26606"/>
          <ac:grpSpMkLst>
            <pc:docMk/>
            <pc:sldMk cId="14242263" sldId="257"/>
            <ac:grpSpMk id="10" creationId="{4ADB9295-9645-4BF2-ADFD-75800B7FAD06}"/>
          </ac:grpSpMkLst>
        </pc:grpChg>
        <pc:grpChg chg="add del">
          <ac:chgData name="NAOISE O LOUGHLIN - STUDENT" userId="5a51fffa-c338-44eb-8c61-ba01f9054679" providerId="ADAL" clId="{5E5C5813-00E0-4BA3-8A1E-7FFCC344EDEF}" dt="2026-04-27T13:39:37.628" v="2831" actId="26606"/>
          <ac:grpSpMkLst>
            <pc:docMk/>
            <pc:sldMk cId="14242263" sldId="257"/>
            <ac:grpSpMk id="43" creationId="{62A2FEB6-F419-4684-9ABC-9E32E012E8B7}"/>
          </ac:grpSpMkLst>
        </pc:grpChg>
        <pc:grpChg chg="add del">
          <ac:chgData name="NAOISE O LOUGHLIN - STUDENT" userId="5a51fffa-c338-44eb-8c61-ba01f9054679" providerId="ADAL" clId="{5E5C5813-00E0-4BA3-8A1E-7FFCC344EDEF}" dt="2026-04-27T13:39:37.628" v="2831" actId="26606"/>
          <ac:grpSpMkLst>
            <pc:docMk/>
            <pc:sldMk cId="14242263" sldId="257"/>
            <ac:grpSpMk id="44" creationId="{1DCE6B36-1420-43AB-86CF-4E653A517B9C}"/>
          </ac:grpSpMkLst>
        </pc:grpChg>
        <pc:grpChg chg="add">
          <ac:chgData name="NAOISE O LOUGHLIN - STUDENT" userId="5a51fffa-c338-44eb-8c61-ba01f9054679" providerId="ADAL" clId="{5E5C5813-00E0-4BA3-8A1E-7FFCC344EDEF}" dt="2026-04-27T13:39:37.646" v="2832" actId="26606"/>
          <ac:grpSpMkLst>
            <pc:docMk/>
            <pc:sldMk cId="14242263" sldId="257"/>
            <ac:grpSpMk id="77" creationId="{85BE3A7E-6A3F-401E-A025-BBB8FDB8DD30}"/>
          </ac:grpSpMkLst>
        </pc:grpChg>
        <pc:grpChg chg="add">
          <ac:chgData name="NAOISE O LOUGHLIN - STUDENT" userId="5a51fffa-c338-44eb-8c61-ba01f9054679" providerId="ADAL" clId="{5E5C5813-00E0-4BA3-8A1E-7FFCC344EDEF}" dt="2026-04-27T13:39:37.646" v="2832" actId="26606"/>
          <ac:grpSpMkLst>
            <pc:docMk/>
            <pc:sldMk cId="14242263" sldId="257"/>
            <ac:grpSpMk id="107" creationId="{F4E035BE-9FF4-43D3-BC25-CF582D7FF85E}"/>
          </ac:grpSpMkLst>
        </pc:grpChg>
        <pc:graphicFrameChg chg="add del">
          <ac:chgData name="NAOISE O LOUGHLIN - STUDENT" userId="5a51fffa-c338-44eb-8c61-ba01f9054679" providerId="ADAL" clId="{5E5C5813-00E0-4BA3-8A1E-7FFCC344EDEF}" dt="2026-04-27T13:39:35.313" v="2827" actId="26606"/>
          <ac:graphicFrameMkLst>
            <pc:docMk/>
            <pc:sldMk cId="14242263" sldId="257"/>
            <ac:graphicFrameMk id="5" creationId="{5C04B0FC-2881-CD4F-E240-284C555C5083}"/>
          </ac:graphicFrameMkLst>
        </pc:graphicFrameChg>
        <pc:graphicFrameChg chg="add del">
          <ac:chgData name="NAOISE O LOUGHLIN - STUDENT" userId="5a51fffa-c338-44eb-8c61-ba01f9054679" providerId="ADAL" clId="{5E5C5813-00E0-4BA3-8A1E-7FFCC344EDEF}" dt="2026-04-27T13:39:36.310" v="2829" actId="26606"/>
          <ac:graphicFrameMkLst>
            <pc:docMk/>
            <pc:sldMk cId="14242263" sldId="257"/>
            <ac:graphicFrameMk id="12" creationId="{4F77701B-5AD6-9FF6-D6DD-428AE77008B7}"/>
          </ac:graphicFrameMkLst>
        </pc:graphicFrameChg>
        <pc:graphicFrameChg chg="add del">
          <ac:chgData name="NAOISE O LOUGHLIN - STUDENT" userId="5a51fffa-c338-44eb-8c61-ba01f9054679" providerId="ADAL" clId="{5E5C5813-00E0-4BA3-8A1E-7FFCC344EDEF}" dt="2026-04-27T13:39:37.628" v="2831" actId="26606"/>
          <ac:graphicFrameMkLst>
            <pc:docMk/>
            <pc:sldMk cId="14242263" sldId="257"/>
            <ac:graphicFrameMk id="74" creationId="{C8EFBF90-A797-98B4-6DA8-661E8AC641E9}"/>
          </ac:graphicFrameMkLst>
        </pc:graphicFrameChg>
        <pc:picChg chg="add del">
          <ac:chgData name="NAOISE O LOUGHLIN - STUDENT" userId="5a51fffa-c338-44eb-8c61-ba01f9054679" providerId="ADAL" clId="{5E5C5813-00E0-4BA3-8A1E-7FFCC344EDEF}" dt="2026-04-27T13:39:37.628" v="2831" actId="26606"/>
          <ac:picMkLst>
            <pc:docMk/>
            <pc:sldMk cId="14242263" sldId="257"/>
            <ac:picMk id="40" creationId="{3E94A106-9341-485C-9057-9D62B2BD083F}"/>
          </ac:picMkLst>
        </pc:picChg>
        <pc:picChg chg="add del">
          <ac:chgData name="NAOISE O LOUGHLIN - STUDENT" userId="5a51fffa-c338-44eb-8c61-ba01f9054679" providerId="ADAL" clId="{5E5C5813-00E0-4BA3-8A1E-7FFCC344EDEF}" dt="2026-04-27T13:39:37.628" v="2831" actId="26606"/>
          <ac:picMkLst>
            <pc:docMk/>
            <pc:sldMk cId="14242263" sldId="257"/>
            <ac:picMk id="73" creationId="{9BE36DBF-0333-4D36-A5BF-81FDA2406FE9}"/>
          </ac:picMkLst>
        </pc:picChg>
        <pc:cxnChg chg="add">
          <ac:chgData name="NAOISE O LOUGHLIN - STUDENT" userId="5a51fffa-c338-44eb-8c61-ba01f9054679" providerId="ADAL" clId="{5E5C5813-00E0-4BA3-8A1E-7FFCC344EDEF}" dt="2026-04-27T13:39:37.646" v="2832" actId="26606"/>
          <ac:cxnSpMkLst>
            <pc:docMk/>
            <pc:sldMk cId="14242263" sldId="257"/>
            <ac:cxnSpMk id="105" creationId="{085ECEC0-FF5D-4348-92C7-1EA7C61E770C}"/>
          </ac:cxnSpMkLst>
        </pc:cxnChg>
      </pc:sldChg>
      <pc:sldChg chg="addSp delSp modSp mod setBg modClrScheme setClrOvrMap chgLayout">
        <pc:chgData name="NAOISE O LOUGHLIN - STUDENT" userId="5a51fffa-c338-44eb-8c61-ba01f9054679" providerId="ADAL" clId="{5E5C5813-00E0-4BA3-8A1E-7FFCC344EDEF}" dt="2026-04-27T13:36:39.516" v="2751" actId="26606"/>
        <pc:sldMkLst>
          <pc:docMk/>
          <pc:sldMk cId="2360238917" sldId="258"/>
        </pc:sldMkLst>
        <pc:spChg chg="mod ord">
          <ac:chgData name="NAOISE O LOUGHLIN - STUDENT" userId="5a51fffa-c338-44eb-8c61-ba01f9054679" providerId="ADAL" clId="{5E5C5813-00E0-4BA3-8A1E-7FFCC344EDEF}" dt="2026-04-27T13:36:39.516" v="2751" actId="26606"/>
          <ac:spMkLst>
            <pc:docMk/>
            <pc:sldMk cId="2360238917" sldId="258"/>
            <ac:spMk id="2" creationId="{C0F2A0E6-1A4F-52D5-7814-8547E17E94D3}"/>
          </ac:spMkLst>
        </pc:spChg>
        <pc:spChg chg="add del mod">
          <ac:chgData name="NAOISE O LOUGHLIN - STUDENT" userId="5a51fffa-c338-44eb-8c61-ba01f9054679" providerId="ADAL" clId="{5E5C5813-00E0-4BA3-8A1E-7FFCC344EDEF}" dt="2026-04-27T13:24:50.787" v="1737" actId="478"/>
          <ac:spMkLst>
            <pc:docMk/>
            <pc:sldMk cId="2360238917" sldId="258"/>
            <ac:spMk id="3" creationId="{DC85DD98-4C47-B514-9098-DE3636756E8A}"/>
          </ac:spMkLst>
        </pc:spChg>
        <pc:spChg chg="add del mod">
          <ac:chgData name="NAOISE O LOUGHLIN - STUDENT" userId="5a51fffa-c338-44eb-8c61-ba01f9054679" providerId="ADAL" clId="{5E5C5813-00E0-4BA3-8A1E-7FFCC344EDEF}" dt="2026-04-27T13:24:49.597" v="1736" actId="478"/>
          <ac:spMkLst>
            <pc:docMk/>
            <pc:sldMk cId="2360238917" sldId="258"/>
            <ac:spMk id="4" creationId="{D0AD039F-9E9F-C0FC-CE8A-95356C057CD9}"/>
          </ac:spMkLst>
        </pc:spChg>
        <pc:spChg chg="add mod ord">
          <ac:chgData name="NAOISE O LOUGHLIN - STUDENT" userId="5a51fffa-c338-44eb-8c61-ba01f9054679" providerId="ADAL" clId="{5E5C5813-00E0-4BA3-8A1E-7FFCC344EDEF}" dt="2026-04-27T13:36:39.516" v="2751" actId="26606"/>
          <ac:spMkLst>
            <pc:docMk/>
            <pc:sldMk cId="2360238917" sldId="258"/>
            <ac:spMk id="5" creationId="{74FB60DE-F641-CBBB-999F-B9FC1C2F635E}"/>
          </ac:spMkLst>
        </pc:spChg>
        <pc:spChg chg="add del">
          <ac:chgData name="NAOISE O LOUGHLIN - STUDENT" userId="5a51fffa-c338-44eb-8c61-ba01f9054679" providerId="ADAL" clId="{5E5C5813-00E0-4BA3-8A1E-7FFCC344EDEF}" dt="2026-04-27T13:35:07.535" v="2675" actId="26606"/>
          <ac:spMkLst>
            <pc:docMk/>
            <pc:sldMk cId="2360238917" sldId="258"/>
            <ac:spMk id="67" creationId="{C2E4E997-8672-4FFD-B8EC-9932A8E4714B}"/>
          </ac:spMkLst>
        </pc:spChg>
        <pc:spChg chg="add del">
          <ac:chgData name="NAOISE O LOUGHLIN - STUDENT" userId="5a51fffa-c338-44eb-8c61-ba01f9054679" providerId="ADAL" clId="{5E5C5813-00E0-4BA3-8A1E-7FFCC344EDEF}" dt="2026-04-27T13:36:39.516" v="2751" actId="26606"/>
          <ac:spMkLst>
            <pc:docMk/>
            <pc:sldMk cId="2360238917" sldId="258"/>
            <ac:spMk id="237" creationId="{66D4F5BA-1D71-49B2-8A7F-6B4EB94D7265}"/>
          </ac:spMkLst>
        </pc:spChg>
        <pc:spChg chg="add del">
          <ac:chgData name="NAOISE O LOUGHLIN - STUDENT" userId="5a51fffa-c338-44eb-8c61-ba01f9054679" providerId="ADAL" clId="{5E5C5813-00E0-4BA3-8A1E-7FFCC344EDEF}" dt="2026-04-27T13:35:35.739" v="2695" actId="26606"/>
          <ac:spMkLst>
            <pc:docMk/>
            <pc:sldMk cId="2360238917" sldId="258"/>
            <ac:spMk id="291" creationId="{C2E4E997-8672-4FFD-B8EC-9932A8E4714B}"/>
          </ac:spMkLst>
        </pc:spChg>
        <pc:spChg chg="add del">
          <ac:chgData name="NAOISE O LOUGHLIN - STUDENT" userId="5a51fffa-c338-44eb-8c61-ba01f9054679" providerId="ADAL" clId="{5E5C5813-00E0-4BA3-8A1E-7FFCC344EDEF}" dt="2026-04-27T13:35:39.937" v="2699" actId="26606"/>
          <ac:spMkLst>
            <pc:docMk/>
            <pc:sldMk cId="2360238917" sldId="258"/>
            <ac:spMk id="363" creationId="{6697F791-5FFA-4164-899F-EB52EA72B024}"/>
          </ac:spMkLst>
        </pc:spChg>
        <pc:spChg chg="add del">
          <ac:chgData name="NAOISE O LOUGHLIN - STUDENT" userId="5a51fffa-c338-44eb-8c61-ba01f9054679" providerId="ADAL" clId="{5E5C5813-00E0-4BA3-8A1E-7FFCC344EDEF}" dt="2026-04-27T13:35:39.937" v="2699" actId="26606"/>
          <ac:spMkLst>
            <pc:docMk/>
            <pc:sldMk cId="2360238917" sldId="258"/>
            <ac:spMk id="365" creationId="{B773AB25-A422-41AA-9737-5E04C1966DE1}"/>
          </ac:spMkLst>
        </pc:spChg>
        <pc:spChg chg="add del">
          <ac:chgData name="NAOISE O LOUGHLIN - STUDENT" userId="5a51fffa-c338-44eb-8c61-ba01f9054679" providerId="ADAL" clId="{5E5C5813-00E0-4BA3-8A1E-7FFCC344EDEF}" dt="2026-04-27T13:35:48.101" v="2705" actId="26606"/>
          <ac:spMkLst>
            <pc:docMk/>
            <pc:sldMk cId="2360238917" sldId="258"/>
            <ac:spMk id="417" creationId="{9775AF3B-5284-4B97-9BB7-55C6FB3699C2}"/>
          </ac:spMkLst>
        </pc:spChg>
        <pc:spChg chg="add del">
          <ac:chgData name="NAOISE O LOUGHLIN - STUDENT" userId="5a51fffa-c338-44eb-8c61-ba01f9054679" providerId="ADAL" clId="{5E5C5813-00E0-4BA3-8A1E-7FFCC344EDEF}" dt="2026-04-27T13:35:48.101" v="2705" actId="26606"/>
          <ac:spMkLst>
            <pc:docMk/>
            <pc:sldMk cId="2360238917" sldId="258"/>
            <ac:spMk id="458" creationId="{66D4F5BA-1D71-49B2-8A7F-6B4EB94D7265}"/>
          </ac:spMkLst>
        </pc:spChg>
        <pc:spChg chg="add del">
          <ac:chgData name="NAOISE O LOUGHLIN - STUDENT" userId="5a51fffa-c338-44eb-8c61-ba01f9054679" providerId="ADAL" clId="{5E5C5813-00E0-4BA3-8A1E-7FFCC344EDEF}" dt="2026-04-27T13:36:39.516" v="2751" actId="26606"/>
          <ac:spMkLst>
            <pc:docMk/>
            <pc:sldMk cId="2360238917" sldId="258"/>
            <ac:spMk id="502" creationId="{9775AF3B-5284-4B97-9BB7-55C6FB3699C2}"/>
          </ac:spMkLst>
        </pc:spChg>
        <pc:spChg chg="add del">
          <ac:chgData name="NAOISE O LOUGHLIN - STUDENT" userId="5a51fffa-c338-44eb-8c61-ba01f9054679" providerId="ADAL" clId="{5E5C5813-00E0-4BA3-8A1E-7FFCC344EDEF}" dt="2026-04-27T13:36:37.278" v="2748" actId="26606"/>
          <ac:spMkLst>
            <pc:docMk/>
            <pc:sldMk cId="2360238917" sldId="258"/>
            <ac:spMk id="554" creationId="{C2E4E997-8672-4FFD-B8EC-9932A8E4714B}"/>
          </ac:spMkLst>
        </pc:spChg>
        <pc:spChg chg="add">
          <ac:chgData name="NAOISE O LOUGHLIN - STUDENT" userId="5a51fffa-c338-44eb-8c61-ba01f9054679" providerId="ADAL" clId="{5E5C5813-00E0-4BA3-8A1E-7FFCC344EDEF}" dt="2026-04-27T13:36:39.516" v="2751" actId="26606"/>
          <ac:spMkLst>
            <pc:docMk/>
            <pc:sldMk cId="2360238917" sldId="258"/>
            <ac:spMk id="685" creationId="{6697F791-5FFA-4164-899F-EB52EA72B024}"/>
          </ac:spMkLst>
        </pc:spChg>
        <pc:spChg chg="add">
          <ac:chgData name="NAOISE O LOUGHLIN - STUDENT" userId="5a51fffa-c338-44eb-8c61-ba01f9054679" providerId="ADAL" clId="{5E5C5813-00E0-4BA3-8A1E-7FFCC344EDEF}" dt="2026-04-27T13:36:39.516" v="2751" actId="26606"/>
          <ac:spMkLst>
            <pc:docMk/>
            <pc:sldMk cId="2360238917" sldId="258"/>
            <ac:spMk id="687" creationId="{B773AB25-A422-41AA-9737-5E04C1966DE1}"/>
          </ac:spMkLst>
        </pc:spChg>
        <pc:grpChg chg="add del">
          <ac:chgData name="NAOISE O LOUGHLIN - STUDENT" userId="5a51fffa-c338-44eb-8c61-ba01f9054679" providerId="ADAL" clId="{5E5C5813-00E0-4BA3-8A1E-7FFCC344EDEF}" dt="2026-04-27T13:35:07.535" v="2675" actId="26606"/>
          <ac:grpSpMkLst>
            <pc:docMk/>
            <pc:sldMk cId="2360238917" sldId="258"/>
            <ac:grpSpMk id="26" creationId="{EB95AFDF-FA7D-4311-9C65-6D507D92F474}"/>
          </ac:grpSpMkLst>
        </pc:grpChg>
        <pc:grpChg chg="add del">
          <ac:chgData name="NAOISE O LOUGHLIN - STUDENT" userId="5a51fffa-c338-44eb-8c61-ba01f9054679" providerId="ADAL" clId="{5E5C5813-00E0-4BA3-8A1E-7FFCC344EDEF}" dt="2026-04-27T13:35:07.535" v="2675" actId="26606"/>
          <ac:grpSpMkLst>
            <pc:docMk/>
            <pc:sldMk cId="2360238917" sldId="258"/>
            <ac:grpSpMk id="71" creationId="{453E4DEE-E996-40F8-8635-0FF43D7348F9}"/>
          </ac:grpSpMkLst>
        </pc:grpChg>
        <pc:grpChg chg="add del">
          <ac:chgData name="NAOISE O LOUGHLIN - STUDENT" userId="5a51fffa-c338-44eb-8c61-ba01f9054679" providerId="ADAL" clId="{5E5C5813-00E0-4BA3-8A1E-7FFCC344EDEF}" dt="2026-04-27T13:35:48.750" v="2708" actId="26606"/>
          <ac:grpSpMkLst>
            <pc:docMk/>
            <pc:sldMk cId="2360238917" sldId="258"/>
            <ac:grpSpMk id="105" creationId="{EB95AFDF-FA7D-4311-9C65-6D507D92F474}"/>
          </ac:grpSpMkLst>
        </pc:grpChg>
        <pc:grpChg chg="add del">
          <ac:chgData name="NAOISE O LOUGHLIN - STUDENT" userId="5a51fffa-c338-44eb-8c61-ba01f9054679" providerId="ADAL" clId="{5E5C5813-00E0-4BA3-8A1E-7FFCC344EDEF}" dt="2026-04-27T13:35:34.663" v="2693" actId="26606"/>
          <ac:grpSpMkLst>
            <pc:docMk/>
            <pc:sldMk cId="2360238917" sldId="258"/>
            <ac:grpSpMk id="151" creationId="{A838DBA2-246D-4087-AE0A-6EA2B4B65AF3}"/>
          </ac:grpSpMkLst>
        </pc:grpChg>
        <pc:grpChg chg="add del">
          <ac:chgData name="NAOISE O LOUGHLIN - STUDENT" userId="5a51fffa-c338-44eb-8c61-ba01f9054679" providerId="ADAL" clId="{5E5C5813-00E0-4BA3-8A1E-7FFCC344EDEF}" dt="2026-04-27T13:35:34.663" v="2693" actId="26606"/>
          <ac:grpSpMkLst>
            <pc:docMk/>
            <pc:sldMk cId="2360238917" sldId="258"/>
            <ac:grpSpMk id="192" creationId="{9AE4726C-1831-4FE3-9A11-227F0DC2F0BC}"/>
          </ac:grpSpMkLst>
        </pc:grpChg>
        <pc:grpChg chg="add del">
          <ac:chgData name="NAOISE O LOUGHLIN - STUDENT" userId="5a51fffa-c338-44eb-8c61-ba01f9054679" providerId="ADAL" clId="{5E5C5813-00E0-4BA3-8A1E-7FFCC344EDEF}" dt="2026-04-27T13:35:34.663" v="2693" actId="26606"/>
          <ac:grpSpMkLst>
            <pc:docMk/>
            <pc:sldMk cId="2360238917" sldId="258"/>
            <ac:grpSpMk id="196" creationId="{E916825F-759B-4F1A-BA80-AF7137691EC5}"/>
          </ac:grpSpMkLst>
        </pc:grpChg>
        <pc:grpChg chg="add del">
          <ac:chgData name="NAOISE O LOUGHLIN - STUDENT" userId="5a51fffa-c338-44eb-8c61-ba01f9054679" providerId="ADAL" clId="{5E5C5813-00E0-4BA3-8A1E-7FFCC344EDEF}" dt="2026-04-27T13:35:35.739" v="2695" actId="26606"/>
          <ac:grpSpMkLst>
            <pc:docMk/>
            <pc:sldMk cId="2360238917" sldId="258"/>
            <ac:grpSpMk id="253" creationId="{EB95AFDF-FA7D-4311-9C65-6D507D92F474}"/>
          </ac:grpSpMkLst>
        </pc:grpChg>
        <pc:grpChg chg="add del">
          <ac:chgData name="NAOISE O LOUGHLIN - STUDENT" userId="5a51fffa-c338-44eb-8c61-ba01f9054679" providerId="ADAL" clId="{5E5C5813-00E0-4BA3-8A1E-7FFCC344EDEF}" dt="2026-04-27T13:35:35.739" v="2695" actId="26606"/>
          <ac:grpSpMkLst>
            <pc:docMk/>
            <pc:sldMk cId="2360238917" sldId="258"/>
            <ac:grpSpMk id="292" creationId="{453E4DEE-E996-40F8-8635-0FF43D7348F9}"/>
          </ac:grpSpMkLst>
        </pc:grpChg>
        <pc:grpChg chg="add del">
          <ac:chgData name="NAOISE O LOUGHLIN - STUDENT" userId="5a51fffa-c338-44eb-8c61-ba01f9054679" providerId="ADAL" clId="{5E5C5813-00E0-4BA3-8A1E-7FFCC344EDEF}" dt="2026-04-27T13:35:38.575" v="2697" actId="26606"/>
          <ac:grpSpMkLst>
            <pc:docMk/>
            <pc:sldMk cId="2360238917" sldId="258"/>
            <ac:grpSpMk id="322" creationId="{EB95AFDF-FA7D-4311-9C65-6D507D92F474}"/>
          </ac:grpSpMkLst>
        </pc:grpChg>
        <pc:grpChg chg="add del">
          <ac:chgData name="NAOISE O LOUGHLIN - STUDENT" userId="5a51fffa-c338-44eb-8c61-ba01f9054679" providerId="ADAL" clId="{5E5C5813-00E0-4BA3-8A1E-7FFCC344EDEF}" dt="2026-04-27T13:35:41.552" v="2701" actId="26606"/>
          <ac:grpSpMkLst>
            <pc:docMk/>
            <pc:sldMk cId="2360238917" sldId="258"/>
            <ac:grpSpMk id="368" creationId="{EB95AFDF-FA7D-4311-9C65-6D507D92F474}"/>
          </ac:grpSpMkLst>
        </pc:grpChg>
        <pc:grpChg chg="add del">
          <ac:chgData name="NAOISE O LOUGHLIN - STUDENT" userId="5a51fffa-c338-44eb-8c61-ba01f9054679" providerId="ADAL" clId="{5E5C5813-00E0-4BA3-8A1E-7FFCC344EDEF}" dt="2026-04-27T13:35:46.169" v="2703" actId="26606"/>
          <ac:grpSpMkLst>
            <pc:docMk/>
            <pc:sldMk cId="2360238917" sldId="258"/>
            <ac:grpSpMk id="371" creationId="{A838DBA2-246D-4087-AE0A-6EA2B4B65AF3}"/>
          </ac:grpSpMkLst>
        </pc:grpChg>
        <pc:grpChg chg="add del">
          <ac:chgData name="NAOISE O LOUGHLIN - STUDENT" userId="5a51fffa-c338-44eb-8c61-ba01f9054679" providerId="ADAL" clId="{5E5C5813-00E0-4BA3-8A1E-7FFCC344EDEF}" dt="2026-04-27T13:35:46.169" v="2703" actId="26606"/>
          <ac:grpSpMkLst>
            <pc:docMk/>
            <pc:sldMk cId="2360238917" sldId="258"/>
            <ac:grpSpMk id="409" creationId="{8E1DDAD8-1D10-4640-A034-BE90015E37B6}"/>
          </ac:grpSpMkLst>
        </pc:grpChg>
        <pc:grpChg chg="add del">
          <ac:chgData name="NAOISE O LOUGHLIN - STUDENT" userId="5a51fffa-c338-44eb-8c61-ba01f9054679" providerId="ADAL" clId="{5E5C5813-00E0-4BA3-8A1E-7FFCC344EDEF}" dt="2026-04-27T13:35:46.169" v="2703" actId="26606"/>
          <ac:grpSpMkLst>
            <pc:docMk/>
            <pc:sldMk cId="2360238917" sldId="258"/>
            <ac:grpSpMk id="411" creationId="{FD642FB6-2808-4BC5-AE0B-7302C24B78A5}"/>
          </ac:grpSpMkLst>
        </pc:grpChg>
        <pc:grpChg chg="add del">
          <ac:chgData name="NAOISE O LOUGHLIN - STUDENT" userId="5a51fffa-c338-44eb-8c61-ba01f9054679" providerId="ADAL" clId="{5E5C5813-00E0-4BA3-8A1E-7FFCC344EDEF}" dt="2026-04-27T13:35:48.101" v="2705" actId="26606"/>
          <ac:grpSpMkLst>
            <pc:docMk/>
            <pc:sldMk cId="2360238917" sldId="258"/>
            <ac:grpSpMk id="418" creationId="{A0F1F7ED-DA39-478F-85DA-317DE08941E8}"/>
          </ac:grpSpMkLst>
        </pc:grpChg>
        <pc:grpChg chg="add del">
          <ac:chgData name="NAOISE O LOUGHLIN - STUDENT" userId="5a51fffa-c338-44eb-8c61-ba01f9054679" providerId="ADAL" clId="{5E5C5813-00E0-4BA3-8A1E-7FFCC344EDEF}" dt="2026-04-27T13:35:48.708" v="2707" actId="26606"/>
          <ac:grpSpMkLst>
            <pc:docMk/>
            <pc:sldMk cId="2360238917" sldId="258"/>
            <ac:grpSpMk id="461" creationId="{A838DBA2-246D-4087-AE0A-6EA2B4B65AF3}"/>
          </ac:grpSpMkLst>
        </pc:grpChg>
        <pc:grpChg chg="add">
          <ac:chgData name="NAOISE O LOUGHLIN - STUDENT" userId="5a51fffa-c338-44eb-8c61-ba01f9054679" providerId="ADAL" clId="{5E5C5813-00E0-4BA3-8A1E-7FFCC344EDEF}" dt="2026-04-27T13:35:48.750" v="2708" actId="26606"/>
          <ac:grpSpMkLst>
            <pc:docMk/>
            <pc:sldMk cId="2360238917" sldId="258"/>
            <ac:grpSpMk id="503" creationId="{A0F1F7ED-DA39-478F-85DA-317DE08941E8}"/>
          </ac:grpSpMkLst>
        </pc:grpChg>
        <pc:grpChg chg="add">
          <ac:chgData name="NAOISE O LOUGHLIN - STUDENT" userId="5a51fffa-c338-44eb-8c61-ba01f9054679" providerId="ADAL" clId="{5E5C5813-00E0-4BA3-8A1E-7FFCC344EDEF}" dt="2026-04-27T13:36:37.336" v="2749" actId="26606"/>
          <ac:grpSpMkLst>
            <pc:docMk/>
            <pc:sldMk cId="2360238917" sldId="258"/>
            <ac:grpSpMk id="614" creationId="{A838DBA2-246D-4087-AE0A-6EA2B4B65AF3}"/>
          </ac:grpSpMkLst>
        </pc:grpChg>
        <pc:grpChg chg="add del">
          <ac:chgData name="NAOISE O LOUGHLIN - STUDENT" userId="5a51fffa-c338-44eb-8c61-ba01f9054679" providerId="ADAL" clId="{5E5C5813-00E0-4BA3-8A1E-7FFCC344EDEF}" dt="2026-04-27T13:36:39.468" v="2750" actId="26606"/>
          <ac:grpSpMkLst>
            <pc:docMk/>
            <pc:sldMk cId="2360238917" sldId="258"/>
            <ac:grpSpMk id="652" creationId="{9AE4726C-1831-4FE3-9A11-227F0DC2F0BC}"/>
          </ac:grpSpMkLst>
        </pc:grpChg>
        <pc:grpChg chg="del">
          <ac:chgData name="NAOISE O LOUGHLIN - STUDENT" userId="5a51fffa-c338-44eb-8c61-ba01f9054679" providerId="ADAL" clId="{5E5C5813-00E0-4BA3-8A1E-7FFCC344EDEF}" dt="2026-04-27T13:36:39.468" v="2750" actId="26606"/>
          <ac:grpSpMkLst>
            <pc:docMk/>
            <pc:sldMk cId="2360238917" sldId="258"/>
            <ac:grpSpMk id="654" creationId="{E916825F-759B-4F1A-BA80-AF7137691EC5}"/>
          </ac:grpSpMkLst>
        </pc:grpChg>
        <pc:picChg chg="del mod ord">
          <ac:chgData name="NAOISE O LOUGHLIN - STUDENT" userId="5a51fffa-c338-44eb-8c61-ba01f9054679" providerId="ADAL" clId="{5E5C5813-00E0-4BA3-8A1E-7FFCC344EDEF}" dt="2026-04-27T13:24:47.130" v="1735" actId="478"/>
          <ac:picMkLst>
            <pc:docMk/>
            <pc:sldMk cId="2360238917" sldId="258"/>
            <ac:picMk id="15" creationId="{D92BF4D1-24E3-6823-2988-B54CCF674CFA}"/>
          </ac:picMkLst>
        </pc:picChg>
        <pc:picChg chg="mod ord">
          <ac:chgData name="NAOISE O LOUGHLIN - STUDENT" userId="5a51fffa-c338-44eb-8c61-ba01f9054679" providerId="ADAL" clId="{5E5C5813-00E0-4BA3-8A1E-7FFCC344EDEF}" dt="2026-04-27T13:36:39.468" v="2750" actId="26606"/>
          <ac:picMkLst>
            <pc:docMk/>
            <pc:sldMk cId="2360238917" sldId="258"/>
            <ac:picMk id="19" creationId="{CC2BB27D-CE72-ED3A-75C5-837D77CC05EE}"/>
          </ac:picMkLst>
        </pc:picChg>
        <pc:picChg chg="add del">
          <ac:chgData name="NAOISE O LOUGHLIN - STUDENT" userId="5a51fffa-c338-44eb-8c61-ba01f9054679" providerId="ADAL" clId="{5E5C5813-00E0-4BA3-8A1E-7FFCC344EDEF}" dt="2026-04-27T13:35:07.535" v="2675" actId="26606"/>
          <ac:picMkLst>
            <pc:docMk/>
            <pc:sldMk cId="2360238917" sldId="258"/>
            <ac:picMk id="24" creationId="{5FF7B57D-FF7B-48B3-9F60-9BCEEECF9E76}"/>
          </ac:picMkLst>
        </pc:picChg>
        <pc:picChg chg="add del">
          <ac:chgData name="NAOISE O LOUGHLIN - STUDENT" userId="5a51fffa-c338-44eb-8c61-ba01f9054679" providerId="ADAL" clId="{5E5C5813-00E0-4BA3-8A1E-7FFCC344EDEF}" dt="2026-04-27T13:35:07.535" v="2675" actId="26606"/>
          <ac:picMkLst>
            <pc:docMk/>
            <pc:sldMk cId="2360238917" sldId="258"/>
            <ac:picMk id="69" creationId="{FE6BA9E6-1D9E-4D30-B528-D49FA1342E4E}"/>
          </ac:picMkLst>
        </pc:picChg>
        <pc:picChg chg="add del">
          <ac:chgData name="NAOISE O LOUGHLIN - STUDENT" userId="5a51fffa-c338-44eb-8c61-ba01f9054679" providerId="ADAL" clId="{5E5C5813-00E0-4BA3-8A1E-7FFCC344EDEF}" dt="2026-04-27T13:35:48.750" v="2708" actId="26606"/>
          <ac:picMkLst>
            <pc:docMk/>
            <pc:sldMk cId="2360238917" sldId="258"/>
            <ac:picMk id="103" creationId="{5FF7B57D-FF7B-48B3-9F60-9BCEEECF9E76}"/>
          </ac:picMkLst>
        </pc:picChg>
        <pc:picChg chg="add del">
          <ac:chgData name="NAOISE O LOUGHLIN - STUDENT" userId="5a51fffa-c338-44eb-8c61-ba01f9054679" providerId="ADAL" clId="{5E5C5813-00E0-4BA3-8A1E-7FFCC344EDEF}" dt="2026-04-27T13:35:34.663" v="2693" actId="26606"/>
          <ac:picMkLst>
            <pc:docMk/>
            <pc:sldMk cId="2360238917" sldId="258"/>
            <ac:picMk id="149" creationId="{59FACE42-44B0-4185-8ED4-9043A78C8600}"/>
          </ac:picMkLst>
        </pc:picChg>
        <pc:picChg chg="add del">
          <ac:chgData name="NAOISE O LOUGHLIN - STUDENT" userId="5a51fffa-c338-44eb-8c61-ba01f9054679" providerId="ADAL" clId="{5E5C5813-00E0-4BA3-8A1E-7FFCC344EDEF}" dt="2026-04-27T13:35:35.739" v="2695" actId="26606"/>
          <ac:picMkLst>
            <pc:docMk/>
            <pc:sldMk cId="2360238917" sldId="258"/>
            <ac:picMk id="194" creationId="{FE6BA9E6-1D9E-4D30-B528-D49FA1342E4E}"/>
          </ac:picMkLst>
        </pc:picChg>
        <pc:picChg chg="add del">
          <ac:chgData name="NAOISE O LOUGHLIN - STUDENT" userId="5a51fffa-c338-44eb-8c61-ba01f9054679" providerId="ADAL" clId="{5E5C5813-00E0-4BA3-8A1E-7FFCC344EDEF}" dt="2026-04-27T13:35:39.937" v="2699" actId="26606"/>
          <ac:picMkLst>
            <pc:docMk/>
            <pc:sldMk cId="2360238917" sldId="258"/>
            <ac:picMk id="198" creationId="{AF0552B8-DE8C-40DF-B29F-1728E6A10619}"/>
          </ac:picMkLst>
        </pc:picChg>
        <pc:picChg chg="add del">
          <ac:chgData name="NAOISE O LOUGHLIN - STUDENT" userId="5a51fffa-c338-44eb-8c61-ba01f9054679" providerId="ADAL" clId="{5E5C5813-00E0-4BA3-8A1E-7FFCC344EDEF}" dt="2026-04-27T13:36:39.468" v="2750" actId="26606"/>
          <ac:picMkLst>
            <pc:docMk/>
            <pc:sldMk cId="2360238917" sldId="258"/>
            <ac:picMk id="235" creationId="{1B17CCE2-CEEF-40CA-8C4D-0DC2DCA78A23}"/>
          </ac:picMkLst>
        </pc:picChg>
        <pc:picChg chg="add del">
          <ac:chgData name="NAOISE O LOUGHLIN - STUDENT" userId="5a51fffa-c338-44eb-8c61-ba01f9054679" providerId="ADAL" clId="{5E5C5813-00E0-4BA3-8A1E-7FFCC344EDEF}" dt="2026-04-27T13:35:35.739" v="2695" actId="26606"/>
          <ac:picMkLst>
            <pc:docMk/>
            <pc:sldMk cId="2360238917" sldId="258"/>
            <ac:picMk id="252" creationId="{5FF7B57D-FF7B-48B3-9F60-9BCEEECF9E76}"/>
          </ac:picMkLst>
        </pc:picChg>
        <pc:picChg chg="add del">
          <ac:chgData name="NAOISE O LOUGHLIN - STUDENT" userId="5a51fffa-c338-44eb-8c61-ba01f9054679" providerId="ADAL" clId="{5E5C5813-00E0-4BA3-8A1E-7FFCC344EDEF}" dt="2026-04-27T13:35:38.575" v="2697" actId="26606"/>
          <ac:picMkLst>
            <pc:docMk/>
            <pc:sldMk cId="2360238917" sldId="258"/>
            <ac:picMk id="321" creationId="{5FF7B57D-FF7B-48B3-9F60-9BCEEECF9E76}"/>
          </ac:picMkLst>
        </pc:picChg>
        <pc:picChg chg="add del">
          <ac:chgData name="NAOISE O LOUGHLIN - STUDENT" userId="5a51fffa-c338-44eb-8c61-ba01f9054679" providerId="ADAL" clId="{5E5C5813-00E0-4BA3-8A1E-7FFCC344EDEF}" dt="2026-04-27T13:35:39.937" v="2699" actId="26606"/>
          <ac:picMkLst>
            <pc:docMk/>
            <pc:sldMk cId="2360238917" sldId="258"/>
            <ac:picMk id="324" creationId="{5FF7B57D-FF7B-48B3-9F60-9BCEEECF9E76}"/>
          </ac:picMkLst>
        </pc:picChg>
        <pc:picChg chg="add del">
          <ac:chgData name="NAOISE O LOUGHLIN - STUDENT" userId="5a51fffa-c338-44eb-8c61-ba01f9054679" providerId="ADAL" clId="{5E5C5813-00E0-4BA3-8A1E-7FFCC344EDEF}" dt="2026-04-27T13:35:39.937" v="2699" actId="26606"/>
          <ac:picMkLst>
            <pc:docMk/>
            <pc:sldMk cId="2360238917" sldId="258"/>
            <ac:picMk id="364" creationId="{4E28A1A9-FB81-4816-AAEA-C3B430946951}"/>
          </ac:picMkLst>
        </pc:picChg>
        <pc:picChg chg="add del">
          <ac:chgData name="NAOISE O LOUGHLIN - STUDENT" userId="5a51fffa-c338-44eb-8c61-ba01f9054679" providerId="ADAL" clId="{5E5C5813-00E0-4BA3-8A1E-7FFCC344EDEF}" dt="2026-04-27T13:35:41.552" v="2701" actId="26606"/>
          <ac:picMkLst>
            <pc:docMk/>
            <pc:sldMk cId="2360238917" sldId="258"/>
            <ac:picMk id="367" creationId="{5FF7B57D-FF7B-48B3-9F60-9BCEEECF9E76}"/>
          </ac:picMkLst>
        </pc:picChg>
        <pc:picChg chg="add del">
          <ac:chgData name="NAOISE O LOUGHLIN - STUDENT" userId="5a51fffa-c338-44eb-8c61-ba01f9054679" providerId="ADAL" clId="{5E5C5813-00E0-4BA3-8A1E-7FFCC344EDEF}" dt="2026-04-27T13:35:46.169" v="2703" actId="26606"/>
          <ac:picMkLst>
            <pc:docMk/>
            <pc:sldMk cId="2360238917" sldId="258"/>
            <ac:picMk id="370" creationId="{59FACE42-44B0-4185-8ED4-9043A78C8600}"/>
          </ac:picMkLst>
        </pc:picChg>
        <pc:picChg chg="add del">
          <ac:chgData name="NAOISE O LOUGHLIN - STUDENT" userId="5a51fffa-c338-44eb-8c61-ba01f9054679" providerId="ADAL" clId="{5E5C5813-00E0-4BA3-8A1E-7FFCC344EDEF}" dt="2026-04-27T13:35:48.101" v="2705" actId="26606"/>
          <ac:picMkLst>
            <pc:docMk/>
            <pc:sldMk cId="2360238917" sldId="258"/>
            <ac:picMk id="415" creationId="{5FF7B57D-FF7B-48B3-9F60-9BCEEECF9E76}"/>
          </ac:picMkLst>
        </pc:picChg>
        <pc:picChg chg="add del">
          <ac:chgData name="NAOISE O LOUGHLIN - STUDENT" userId="5a51fffa-c338-44eb-8c61-ba01f9054679" providerId="ADAL" clId="{5E5C5813-00E0-4BA3-8A1E-7FFCC344EDEF}" dt="2026-04-27T13:35:48.101" v="2705" actId="26606"/>
          <ac:picMkLst>
            <pc:docMk/>
            <pc:sldMk cId="2360238917" sldId="258"/>
            <ac:picMk id="457" creationId="{1B17CCE2-CEEF-40CA-8C4D-0DC2DCA78A23}"/>
          </ac:picMkLst>
        </pc:picChg>
        <pc:picChg chg="add del">
          <ac:chgData name="NAOISE O LOUGHLIN - STUDENT" userId="5a51fffa-c338-44eb-8c61-ba01f9054679" providerId="ADAL" clId="{5E5C5813-00E0-4BA3-8A1E-7FFCC344EDEF}" dt="2026-04-27T13:35:48.708" v="2707" actId="26606"/>
          <ac:picMkLst>
            <pc:docMk/>
            <pc:sldMk cId="2360238917" sldId="258"/>
            <ac:picMk id="460" creationId="{59FACE42-44B0-4185-8ED4-9043A78C8600}"/>
          </ac:picMkLst>
        </pc:picChg>
        <pc:picChg chg="add del">
          <ac:chgData name="NAOISE O LOUGHLIN - STUDENT" userId="5a51fffa-c338-44eb-8c61-ba01f9054679" providerId="ADAL" clId="{5E5C5813-00E0-4BA3-8A1E-7FFCC344EDEF}" dt="2026-04-27T13:36:39.516" v="2751" actId="26606"/>
          <ac:picMkLst>
            <pc:docMk/>
            <pc:sldMk cId="2360238917" sldId="258"/>
            <ac:picMk id="500" creationId="{5FF7B57D-FF7B-48B3-9F60-9BCEEECF9E76}"/>
          </ac:picMkLst>
        </pc:picChg>
        <pc:picChg chg="add del">
          <ac:chgData name="NAOISE O LOUGHLIN - STUDENT" userId="5a51fffa-c338-44eb-8c61-ba01f9054679" providerId="ADAL" clId="{5E5C5813-00E0-4BA3-8A1E-7FFCC344EDEF}" dt="2026-04-27T13:36:37.278" v="2748" actId="26606"/>
          <ac:picMkLst>
            <pc:docMk/>
            <pc:sldMk cId="2360238917" sldId="258"/>
            <ac:picMk id="511" creationId="{5FF7B57D-FF7B-48B3-9F60-9BCEEECF9E76}"/>
          </ac:picMkLst>
        </pc:picChg>
        <pc:picChg chg="add del">
          <ac:chgData name="NAOISE O LOUGHLIN - STUDENT" userId="5a51fffa-c338-44eb-8c61-ba01f9054679" providerId="ADAL" clId="{5E5C5813-00E0-4BA3-8A1E-7FFCC344EDEF}" dt="2026-04-27T13:36:37.278" v="2748" actId="26606"/>
          <ac:picMkLst>
            <pc:docMk/>
            <pc:sldMk cId="2360238917" sldId="258"/>
            <ac:picMk id="556" creationId="{FE6BA9E6-1D9E-4D30-B528-D49FA1342E4E}"/>
          </ac:picMkLst>
        </pc:picChg>
        <pc:picChg chg="add">
          <ac:chgData name="NAOISE O LOUGHLIN - STUDENT" userId="5a51fffa-c338-44eb-8c61-ba01f9054679" providerId="ADAL" clId="{5E5C5813-00E0-4BA3-8A1E-7FFCC344EDEF}" dt="2026-04-27T13:36:39.516" v="2751" actId="26606"/>
          <ac:picMkLst>
            <pc:docMk/>
            <pc:sldMk cId="2360238917" sldId="258"/>
            <ac:picMk id="560" creationId="{AF0552B8-DE8C-40DF-B29F-1728E6A10619}"/>
          </ac:picMkLst>
        </pc:picChg>
        <pc:picChg chg="add del">
          <ac:chgData name="NAOISE O LOUGHLIN - STUDENT" userId="5a51fffa-c338-44eb-8c61-ba01f9054679" providerId="ADAL" clId="{5E5C5813-00E0-4BA3-8A1E-7FFCC344EDEF}" dt="2026-04-27T13:36:39.468" v="2750" actId="26606"/>
          <ac:picMkLst>
            <pc:docMk/>
            <pc:sldMk cId="2360238917" sldId="258"/>
            <ac:picMk id="613" creationId="{59FACE42-44B0-4185-8ED4-9043A78C8600}"/>
          </ac:picMkLst>
        </pc:picChg>
        <pc:picChg chg="add">
          <ac:chgData name="NAOISE O LOUGHLIN - STUDENT" userId="5a51fffa-c338-44eb-8c61-ba01f9054679" providerId="ADAL" clId="{5E5C5813-00E0-4BA3-8A1E-7FFCC344EDEF}" dt="2026-04-27T13:36:39.516" v="2751" actId="26606"/>
          <ac:picMkLst>
            <pc:docMk/>
            <pc:sldMk cId="2360238917" sldId="258"/>
            <ac:picMk id="683" creationId="{5FF7B57D-FF7B-48B3-9F60-9BCEEECF9E76}"/>
          </ac:picMkLst>
        </pc:picChg>
        <pc:picChg chg="add">
          <ac:chgData name="NAOISE O LOUGHLIN - STUDENT" userId="5a51fffa-c338-44eb-8c61-ba01f9054679" providerId="ADAL" clId="{5E5C5813-00E0-4BA3-8A1E-7FFCC344EDEF}" dt="2026-04-27T13:36:39.516" v="2751" actId="26606"/>
          <ac:picMkLst>
            <pc:docMk/>
            <pc:sldMk cId="2360238917" sldId="258"/>
            <ac:picMk id="686" creationId="{4E28A1A9-FB81-4816-AAEA-C3B430946951}"/>
          </ac:picMkLst>
        </pc:picChg>
      </pc:sldChg>
      <pc:sldChg chg="addSp delSp modSp mod modClrScheme delDesignElem chgLayout">
        <pc:chgData name="NAOISE O LOUGHLIN - STUDENT" userId="5a51fffa-c338-44eb-8c61-ba01f9054679" providerId="ADAL" clId="{5E5C5813-00E0-4BA3-8A1E-7FFCC344EDEF}" dt="2026-04-27T16:05:43.489" v="3832" actId="313"/>
        <pc:sldMkLst>
          <pc:docMk/>
          <pc:sldMk cId="2553015268" sldId="259"/>
        </pc:sldMkLst>
        <pc:spChg chg="mod ord">
          <ac:chgData name="NAOISE O LOUGHLIN - STUDENT" userId="5a51fffa-c338-44eb-8c61-ba01f9054679" providerId="ADAL" clId="{5E5C5813-00E0-4BA3-8A1E-7FFCC344EDEF}" dt="2026-04-27T13:34:52.549" v="2672" actId="26606"/>
          <ac:spMkLst>
            <pc:docMk/>
            <pc:sldMk cId="2553015268" sldId="259"/>
            <ac:spMk id="2" creationId="{6DF00A7B-11A4-CC5E-9BE7-907CD88265C0}"/>
          </ac:spMkLst>
        </pc:spChg>
        <pc:spChg chg="add del mod">
          <ac:chgData name="NAOISE O LOUGHLIN - STUDENT" userId="5a51fffa-c338-44eb-8c61-ba01f9054679" providerId="ADAL" clId="{5E5C5813-00E0-4BA3-8A1E-7FFCC344EDEF}" dt="2026-04-27T13:30:53.538" v="2146" actId="478"/>
          <ac:spMkLst>
            <pc:docMk/>
            <pc:sldMk cId="2553015268" sldId="259"/>
            <ac:spMk id="3" creationId="{42DD89F5-86E6-8B7A-A485-BA3489290A4E}"/>
          </ac:spMkLst>
        </pc:spChg>
        <pc:spChg chg="add del mod">
          <ac:chgData name="NAOISE O LOUGHLIN - STUDENT" userId="5a51fffa-c338-44eb-8c61-ba01f9054679" providerId="ADAL" clId="{5E5C5813-00E0-4BA3-8A1E-7FFCC344EDEF}" dt="2026-04-27T13:30:51.787" v="2145" actId="478"/>
          <ac:spMkLst>
            <pc:docMk/>
            <pc:sldMk cId="2553015268" sldId="259"/>
            <ac:spMk id="4" creationId="{CCFA31E2-2EB1-93BC-164D-68F02618C874}"/>
          </ac:spMkLst>
        </pc:spChg>
        <pc:spChg chg="add mod ord">
          <ac:chgData name="NAOISE O LOUGHLIN - STUDENT" userId="5a51fffa-c338-44eb-8c61-ba01f9054679" providerId="ADAL" clId="{5E5C5813-00E0-4BA3-8A1E-7FFCC344EDEF}" dt="2026-04-27T16:05:43.489" v="3832" actId="313"/>
          <ac:spMkLst>
            <pc:docMk/>
            <pc:sldMk cId="2553015268" sldId="259"/>
            <ac:spMk id="5" creationId="{57371F8C-2317-0345-E28C-5CB40708A576}"/>
          </ac:spMkLst>
        </pc:spChg>
        <pc:spChg chg="del">
          <ac:chgData name="NAOISE O LOUGHLIN - STUDENT" userId="5a51fffa-c338-44eb-8c61-ba01f9054679" providerId="ADAL" clId="{5E5C5813-00E0-4BA3-8A1E-7FFCC344EDEF}" dt="2026-04-27T13:30:47.386" v="2143" actId="700"/>
          <ac:spMkLst>
            <pc:docMk/>
            <pc:sldMk cId="2553015268" sldId="259"/>
            <ac:spMk id="58" creationId="{C2E4E997-8672-4FFD-B8EC-9932A8E4714B}"/>
          </ac:spMkLst>
        </pc:spChg>
        <pc:grpChg chg="add">
          <ac:chgData name="NAOISE O LOUGHLIN - STUDENT" userId="5a51fffa-c338-44eb-8c61-ba01f9054679" providerId="ADAL" clId="{5E5C5813-00E0-4BA3-8A1E-7FFCC344EDEF}" dt="2026-04-27T13:34:52.549" v="2672" actId="26606"/>
          <ac:grpSpMkLst>
            <pc:docMk/>
            <pc:sldMk cId="2553015268" sldId="259"/>
            <ac:grpSpMk id="13" creationId="{EB95AFDF-FA7D-4311-9C65-6D507D92F474}"/>
          </ac:grpSpMkLst>
        </pc:grpChg>
        <pc:grpChg chg="del">
          <ac:chgData name="NAOISE O LOUGHLIN - STUDENT" userId="5a51fffa-c338-44eb-8c61-ba01f9054679" providerId="ADAL" clId="{5E5C5813-00E0-4BA3-8A1E-7FFCC344EDEF}" dt="2026-04-27T13:30:47.386" v="2143" actId="700"/>
          <ac:grpSpMkLst>
            <pc:docMk/>
            <pc:sldMk cId="2553015268" sldId="259"/>
            <ac:grpSpMk id="17" creationId="{EB95AFDF-FA7D-4311-9C65-6D507D92F474}"/>
          </ac:grpSpMkLst>
        </pc:grpChg>
        <pc:grpChg chg="del">
          <ac:chgData name="NAOISE O LOUGHLIN - STUDENT" userId="5a51fffa-c338-44eb-8c61-ba01f9054679" providerId="ADAL" clId="{5E5C5813-00E0-4BA3-8A1E-7FFCC344EDEF}" dt="2026-04-27T13:30:47.386" v="2143" actId="700"/>
          <ac:grpSpMkLst>
            <pc:docMk/>
            <pc:sldMk cId="2553015268" sldId="259"/>
            <ac:grpSpMk id="62" creationId="{453E4DEE-E996-40F8-8635-0FF43D7348F9}"/>
          </ac:grpSpMkLst>
        </pc:grpChg>
        <pc:picChg chg="mod ord">
          <ac:chgData name="NAOISE O LOUGHLIN - STUDENT" userId="5a51fffa-c338-44eb-8c61-ba01f9054679" providerId="ADAL" clId="{5E5C5813-00E0-4BA3-8A1E-7FFCC344EDEF}" dt="2026-04-27T13:35:01.610" v="2674" actId="1076"/>
          <ac:picMkLst>
            <pc:docMk/>
            <pc:sldMk cId="2553015268" sldId="259"/>
            <ac:picMk id="6" creationId="{47196E20-3CA3-A96C-2361-90BF7726BCD3}"/>
          </ac:picMkLst>
        </pc:picChg>
        <pc:picChg chg="add">
          <ac:chgData name="NAOISE O LOUGHLIN - STUDENT" userId="5a51fffa-c338-44eb-8c61-ba01f9054679" providerId="ADAL" clId="{5E5C5813-00E0-4BA3-8A1E-7FFCC344EDEF}" dt="2026-04-27T13:34:52.549" v="2672" actId="26606"/>
          <ac:picMkLst>
            <pc:docMk/>
            <pc:sldMk cId="2553015268" sldId="259"/>
            <ac:picMk id="11" creationId="{5FF7B57D-FF7B-48B3-9F60-9BCEEECF9E76}"/>
          </ac:picMkLst>
        </pc:picChg>
        <pc:picChg chg="del mod ord">
          <ac:chgData name="NAOISE O LOUGHLIN - STUDENT" userId="5a51fffa-c338-44eb-8c61-ba01f9054679" providerId="ADAL" clId="{5E5C5813-00E0-4BA3-8A1E-7FFCC344EDEF}" dt="2026-04-27T13:30:48.850" v="2144" actId="478"/>
          <ac:picMkLst>
            <pc:docMk/>
            <pc:sldMk cId="2553015268" sldId="259"/>
            <ac:picMk id="12" creationId="{9F730406-9105-2CAC-8F57-C402D84CEBDF}"/>
          </ac:picMkLst>
        </pc:picChg>
        <pc:picChg chg="del">
          <ac:chgData name="NAOISE O LOUGHLIN - STUDENT" userId="5a51fffa-c338-44eb-8c61-ba01f9054679" providerId="ADAL" clId="{5E5C5813-00E0-4BA3-8A1E-7FFCC344EDEF}" dt="2026-04-27T13:30:47.386" v="2143" actId="700"/>
          <ac:picMkLst>
            <pc:docMk/>
            <pc:sldMk cId="2553015268" sldId="259"/>
            <ac:picMk id="15" creationId="{5FF7B57D-FF7B-48B3-9F60-9BCEEECF9E76}"/>
          </ac:picMkLst>
        </pc:picChg>
        <pc:picChg chg="del">
          <ac:chgData name="NAOISE O LOUGHLIN - STUDENT" userId="5a51fffa-c338-44eb-8c61-ba01f9054679" providerId="ADAL" clId="{5E5C5813-00E0-4BA3-8A1E-7FFCC344EDEF}" dt="2026-04-27T13:30:47.386" v="2143" actId="700"/>
          <ac:picMkLst>
            <pc:docMk/>
            <pc:sldMk cId="2553015268" sldId="259"/>
            <ac:picMk id="60" creationId="{FE6BA9E6-1D9E-4D30-B528-D49FA1342E4E}"/>
          </ac:picMkLst>
        </pc:picChg>
      </pc:sldChg>
      <pc:sldChg chg="addSp delSp modSp mod setBg setClrOvrMap">
        <pc:chgData name="NAOISE O LOUGHLIN - STUDENT" userId="5a51fffa-c338-44eb-8c61-ba01f9054679" providerId="ADAL" clId="{5E5C5813-00E0-4BA3-8A1E-7FFCC344EDEF}" dt="2026-04-27T18:03:21.059" v="3836" actId="14100"/>
        <pc:sldMkLst>
          <pc:docMk/>
          <pc:sldMk cId="3499921771" sldId="260"/>
        </pc:sldMkLst>
        <pc:spChg chg="mod">
          <ac:chgData name="NAOISE O LOUGHLIN - STUDENT" userId="5a51fffa-c338-44eb-8c61-ba01f9054679" providerId="ADAL" clId="{5E5C5813-00E0-4BA3-8A1E-7FFCC344EDEF}" dt="2026-04-27T13:37:14.955" v="2765" actId="26606"/>
          <ac:spMkLst>
            <pc:docMk/>
            <pc:sldMk cId="3499921771" sldId="260"/>
            <ac:spMk id="2" creationId="{46DF7B8A-334E-0972-C944-5642DEF5E78B}"/>
          </ac:spMkLst>
        </pc:spChg>
        <pc:spChg chg="mod">
          <ac:chgData name="NAOISE O LOUGHLIN - STUDENT" userId="5a51fffa-c338-44eb-8c61-ba01f9054679" providerId="ADAL" clId="{5E5C5813-00E0-4BA3-8A1E-7FFCC344EDEF}" dt="2026-04-27T13:37:14.955" v="2765" actId="26606"/>
          <ac:spMkLst>
            <pc:docMk/>
            <pc:sldMk cId="3499921771" sldId="260"/>
            <ac:spMk id="8" creationId="{0FE696E4-9FF4-7EDF-A7F1-8FD6D20FE513}"/>
          </ac:spMkLst>
        </pc:spChg>
        <pc:spChg chg="add del">
          <ac:chgData name="NAOISE O LOUGHLIN - STUDENT" userId="5a51fffa-c338-44eb-8c61-ba01f9054679" providerId="ADAL" clId="{5E5C5813-00E0-4BA3-8A1E-7FFCC344EDEF}" dt="2026-04-27T13:36:54.249" v="2753" actId="26606"/>
          <ac:spMkLst>
            <pc:docMk/>
            <pc:sldMk cId="3499921771" sldId="260"/>
            <ac:spMk id="71" creationId="{D706AE2E-B17B-43A3-84F8-9C0FE9466CD5}"/>
          </ac:spMkLst>
        </pc:spChg>
        <pc:spChg chg="add del">
          <ac:chgData name="NAOISE O LOUGHLIN - STUDENT" userId="5a51fffa-c338-44eb-8c61-ba01f9054679" providerId="ADAL" clId="{5E5C5813-00E0-4BA3-8A1E-7FFCC344EDEF}" dt="2026-04-27T13:36:54.249" v="2753" actId="26606"/>
          <ac:spMkLst>
            <pc:docMk/>
            <pc:sldMk cId="3499921771" sldId="260"/>
            <ac:spMk id="131" creationId="{5B986EF0-8540-483D-9DDE-1F168FAAC78F}"/>
          </ac:spMkLst>
        </pc:spChg>
        <pc:spChg chg="add del">
          <ac:chgData name="NAOISE O LOUGHLIN - STUDENT" userId="5a51fffa-c338-44eb-8c61-ba01f9054679" providerId="ADAL" clId="{5E5C5813-00E0-4BA3-8A1E-7FFCC344EDEF}" dt="2026-04-27T13:36:56.133" v="2755" actId="26606"/>
          <ac:spMkLst>
            <pc:docMk/>
            <pc:sldMk cId="3499921771" sldId="260"/>
            <ac:spMk id="189" creationId="{CD614432-46FD-4B63-8194-64F233F94135}"/>
          </ac:spMkLst>
        </pc:spChg>
        <pc:spChg chg="add del">
          <ac:chgData name="NAOISE O LOUGHLIN - STUDENT" userId="5a51fffa-c338-44eb-8c61-ba01f9054679" providerId="ADAL" clId="{5E5C5813-00E0-4BA3-8A1E-7FFCC344EDEF}" dt="2026-04-27T13:36:56.133" v="2755" actId="26606"/>
          <ac:spMkLst>
            <pc:docMk/>
            <pc:sldMk cId="3499921771" sldId="260"/>
            <ac:spMk id="246" creationId="{7C914900-562F-42A1-9E63-CD117E0CA000}"/>
          </ac:spMkLst>
        </pc:spChg>
        <pc:spChg chg="add del">
          <ac:chgData name="NAOISE O LOUGHLIN - STUDENT" userId="5a51fffa-c338-44eb-8c61-ba01f9054679" providerId="ADAL" clId="{5E5C5813-00E0-4BA3-8A1E-7FFCC344EDEF}" dt="2026-04-27T13:36:56.915" v="2757" actId="26606"/>
          <ac:spMkLst>
            <pc:docMk/>
            <pc:sldMk cId="3499921771" sldId="260"/>
            <ac:spMk id="250" creationId="{CD614432-46FD-4B63-8194-64F233F94135}"/>
          </ac:spMkLst>
        </pc:spChg>
        <pc:spChg chg="add del">
          <ac:chgData name="NAOISE O LOUGHLIN - STUDENT" userId="5a51fffa-c338-44eb-8c61-ba01f9054679" providerId="ADAL" clId="{5E5C5813-00E0-4BA3-8A1E-7FFCC344EDEF}" dt="2026-04-27T13:36:56.915" v="2757" actId="26606"/>
          <ac:spMkLst>
            <pc:docMk/>
            <pc:sldMk cId="3499921771" sldId="260"/>
            <ac:spMk id="253" creationId="{7C914900-562F-42A1-9E63-CD117E0CA000}"/>
          </ac:spMkLst>
        </pc:spChg>
        <pc:spChg chg="add del">
          <ac:chgData name="NAOISE O LOUGHLIN - STUDENT" userId="5a51fffa-c338-44eb-8c61-ba01f9054679" providerId="ADAL" clId="{5E5C5813-00E0-4BA3-8A1E-7FFCC344EDEF}" dt="2026-04-27T13:36:57.887" v="2759" actId="26606"/>
          <ac:spMkLst>
            <pc:docMk/>
            <pc:sldMk cId="3499921771" sldId="260"/>
            <ac:spMk id="257" creationId="{34106153-7990-4956-BD26-A04A030064E7}"/>
          </ac:spMkLst>
        </pc:spChg>
        <pc:spChg chg="add del">
          <ac:chgData name="NAOISE O LOUGHLIN - STUDENT" userId="5a51fffa-c338-44eb-8c61-ba01f9054679" providerId="ADAL" clId="{5E5C5813-00E0-4BA3-8A1E-7FFCC344EDEF}" dt="2026-04-27T13:36:57.887" v="2759" actId="26606"/>
          <ac:spMkLst>
            <pc:docMk/>
            <pc:sldMk cId="3499921771" sldId="260"/>
            <ac:spMk id="260" creationId="{62B94F88-FD5B-4053-B143-DFF55CE44377}"/>
          </ac:spMkLst>
        </pc:spChg>
        <pc:spChg chg="add del">
          <ac:chgData name="NAOISE O LOUGHLIN - STUDENT" userId="5a51fffa-c338-44eb-8c61-ba01f9054679" providerId="ADAL" clId="{5E5C5813-00E0-4BA3-8A1E-7FFCC344EDEF}" dt="2026-04-27T13:36:58.280" v="2761" actId="26606"/>
          <ac:spMkLst>
            <pc:docMk/>
            <pc:sldMk cId="3499921771" sldId="260"/>
            <ac:spMk id="264" creationId="{CD614432-46FD-4B63-8194-64F233F94135}"/>
          </ac:spMkLst>
        </pc:spChg>
        <pc:spChg chg="add del">
          <ac:chgData name="NAOISE O LOUGHLIN - STUDENT" userId="5a51fffa-c338-44eb-8c61-ba01f9054679" providerId="ADAL" clId="{5E5C5813-00E0-4BA3-8A1E-7FFCC344EDEF}" dt="2026-04-27T13:36:58.280" v="2761" actId="26606"/>
          <ac:spMkLst>
            <pc:docMk/>
            <pc:sldMk cId="3499921771" sldId="260"/>
            <ac:spMk id="268" creationId="{7C914900-562F-42A1-9E63-CD117E0CA000}"/>
          </ac:spMkLst>
        </pc:spChg>
        <pc:spChg chg="add del">
          <ac:chgData name="NAOISE O LOUGHLIN - STUDENT" userId="5a51fffa-c338-44eb-8c61-ba01f9054679" providerId="ADAL" clId="{5E5C5813-00E0-4BA3-8A1E-7FFCC344EDEF}" dt="2026-04-27T13:37:14.955" v="2765" actId="26606"/>
          <ac:spMkLst>
            <pc:docMk/>
            <pc:sldMk cId="3499921771" sldId="260"/>
            <ac:spMk id="272" creationId="{CD614432-46FD-4B63-8194-64F233F94135}"/>
          </ac:spMkLst>
        </pc:spChg>
        <pc:spChg chg="add del">
          <ac:chgData name="NAOISE O LOUGHLIN - STUDENT" userId="5a51fffa-c338-44eb-8c61-ba01f9054679" providerId="ADAL" clId="{5E5C5813-00E0-4BA3-8A1E-7FFCC344EDEF}" dt="2026-04-27T13:37:14.955" v="2765" actId="26606"/>
          <ac:spMkLst>
            <pc:docMk/>
            <pc:sldMk cId="3499921771" sldId="260"/>
            <ac:spMk id="276" creationId="{7C914900-562F-42A1-9E63-CD117E0CA000}"/>
          </ac:spMkLst>
        </pc:spChg>
        <pc:spChg chg="add del">
          <ac:chgData name="NAOISE O LOUGHLIN - STUDENT" userId="5a51fffa-c338-44eb-8c61-ba01f9054679" providerId="ADAL" clId="{5E5C5813-00E0-4BA3-8A1E-7FFCC344EDEF}" dt="2026-04-27T13:37:14.842" v="2764" actId="26606"/>
          <ac:spMkLst>
            <pc:docMk/>
            <pc:sldMk cId="3499921771" sldId="260"/>
            <ac:spMk id="339" creationId="{D706AE2E-B17B-43A3-84F8-9C0FE9466CD5}"/>
          </ac:spMkLst>
        </pc:spChg>
        <pc:spChg chg="add del">
          <ac:chgData name="NAOISE O LOUGHLIN - STUDENT" userId="5a51fffa-c338-44eb-8c61-ba01f9054679" providerId="ADAL" clId="{5E5C5813-00E0-4BA3-8A1E-7FFCC344EDEF}" dt="2026-04-27T13:37:14.842" v="2764" actId="26606"/>
          <ac:spMkLst>
            <pc:docMk/>
            <pc:sldMk cId="3499921771" sldId="260"/>
            <ac:spMk id="399" creationId="{5B986EF0-8540-483D-9DDE-1F168FAAC78F}"/>
          </ac:spMkLst>
        </pc:spChg>
        <pc:spChg chg="add">
          <ac:chgData name="NAOISE O LOUGHLIN - STUDENT" userId="5a51fffa-c338-44eb-8c61-ba01f9054679" providerId="ADAL" clId="{5E5C5813-00E0-4BA3-8A1E-7FFCC344EDEF}" dt="2026-04-27T13:37:14.955" v="2765" actId="26606"/>
          <ac:spMkLst>
            <pc:docMk/>
            <pc:sldMk cId="3499921771" sldId="260"/>
            <ac:spMk id="403" creationId="{D706AE2E-B17B-43A3-84F8-9C0FE9466CD5}"/>
          </ac:spMkLst>
        </pc:spChg>
        <pc:spChg chg="add">
          <ac:chgData name="NAOISE O LOUGHLIN - STUDENT" userId="5a51fffa-c338-44eb-8c61-ba01f9054679" providerId="ADAL" clId="{5E5C5813-00E0-4BA3-8A1E-7FFCC344EDEF}" dt="2026-04-27T13:37:14.955" v="2765" actId="26606"/>
          <ac:spMkLst>
            <pc:docMk/>
            <pc:sldMk cId="3499921771" sldId="260"/>
            <ac:spMk id="406" creationId="{5B986EF0-8540-483D-9DDE-1F168FAAC78F}"/>
          </ac:spMkLst>
        </pc:spChg>
        <pc:grpChg chg="add del">
          <ac:chgData name="NAOISE O LOUGHLIN - STUDENT" userId="5a51fffa-c338-44eb-8c61-ba01f9054679" providerId="ADAL" clId="{5E5C5813-00E0-4BA3-8A1E-7FFCC344EDEF}" dt="2026-04-27T13:36:54.249" v="2753" actId="26606"/>
          <ac:grpSpMkLst>
            <pc:docMk/>
            <pc:sldMk cId="3499921771" sldId="260"/>
            <ac:grpSpMk id="15" creationId="{AB86F577-8905-4B21-8AF3-C1BB3433775D}"/>
          </ac:grpSpMkLst>
        </pc:grpChg>
        <pc:grpChg chg="add del">
          <ac:chgData name="NAOISE O LOUGHLIN - STUDENT" userId="5a51fffa-c338-44eb-8c61-ba01f9054679" providerId="ADAL" clId="{5E5C5813-00E0-4BA3-8A1E-7FFCC344EDEF}" dt="2026-04-27T13:36:54.249" v="2753" actId="26606"/>
          <ac:grpSpMkLst>
            <pc:docMk/>
            <pc:sldMk cId="3499921771" sldId="260"/>
            <ac:grpSpMk id="73" creationId="{CEFFB8CF-3E94-42D7-849C-841E7744B2C9}"/>
          </ac:grpSpMkLst>
        </pc:grpChg>
        <pc:grpChg chg="add del">
          <ac:chgData name="NAOISE O LOUGHLIN - STUDENT" userId="5a51fffa-c338-44eb-8c61-ba01f9054679" providerId="ADAL" clId="{5E5C5813-00E0-4BA3-8A1E-7FFCC344EDEF}" dt="2026-04-27T13:36:57.887" v="2759" actId="26606"/>
          <ac:grpSpMkLst>
            <pc:docMk/>
            <pc:sldMk cId="3499921771" sldId="260"/>
            <ac:grpSpMk id="75" creationId="{866FCB64-0A37-46EB-8A9B-EC0C4C000AA4}"/>
          </ac:grpSpMkLst>
        </pc:grpChg>
        <pc:grpChg chg="add del">
          <ac:chgData name="NAOISE O LOUGHLIN - STUDENT" userId="5a51fffa-c338-44eb-8c61-ba01f9054679" providerId="ADAL" clId="{5E5C5813-00E0-4BA3-8A1E-7FFCC344EDEF}" dt="2026-04-27T13:36:56.133" v="2755" actId="26606"/>
          <ac:grpSpMkLst>
            <pc:docMk/>
            <pc:sldMk cId="3499921771" sldId="260"/>
            <ac:grpSpMk id="134" creationId="{AB86F577-8905-4B21-8AF3-C1BB3433775D}"/>
          </ac:grpSpMkLst>
        </pc:grpChg>
        <pc:grpChg chg="add del">
          <ac:chgData name="NAOISE O LOUGHLIN - STUDENT" userId="5a51fffa-c338-44eb-8c61-ba01f9054679" providerId="ADAL" clId="{5E5C5813-00E0-4BA3-8A1E-7FFCC344EDEF}" dt="2026-04-27T13:36:56.133" v="2755" actId="26606"/>
          <ac:grpSpMkLst>
            <pc:docMk/>
            <pc:sldMk cId="3499921771" sldId="260"/>
            <ac:grpSpMk id="190" creationId="{57D43E06-E0E9-45FB-9DD8-4513BF040A64}"/>
          </ac:grpSpMkLst>
        </pc:grpChg>
        <pc:grpChg chg="add del">
          <ac:chgData name="NAOISE O LOUGHLIN - STUDENT" userId="5a51fffa-c338-44eb-8c61-ba01f9054679" providerId="ADAL" clId="{5E5C5813-00E0-4BA3-8A1E-7FFCC344EDEF}" dt="2026-04-27T13:36:56.915" v="2757" actId="26606"/>
          <ac:grpSpMkLst>
            <pc:docMk/>
            <pc:sldMk cId="3499921771" sldId="260"/>
            <ac:grpSpMk id="249" creationId="{AB86F577-8905-4B21-8AF3-C1BB3433775D}"/>
          </ac:grpSpMkLst>
        </pc:grpChg>
        <pc:grpChg chg="add del">
          <ac:chgData name="NAOISE O LOUGHLIN - STUDENT" userId="5a51fffa-c338-44eb-8c61-ba01f9054679" providerId="ADAL" clId="{5E5C5813-00E0-4BA3-8A1E-7FFCC344EDEF}" dt="2026-04-27T13:36:56.915" v="2757" actId="26606"/>
          <ac:grpSpMkLst>
            <pc:docMk/>
            <pc:sldMk cId="3499921771" sldId="260"/>
            <ac:grpSpMk id="251" creationId="{57D43E06-E0E9-45FB-9DD8-4513BF040A64}"/>
          </ac:grpSpMkLst>
        </pc:grpChg>
        <pc:grpChg chg="add del">
          <ac:chgData name="NAOISE O LOUGHLIN - STUDENT" userId="5a51fffa-c338-44eb-8c61-ba01f9054679" providerId="ADAL" clId="{5E5C5813-00E0-4BA3-8A1E-7FFCC344EDEF}" dt="2026-04-27T13:36:57.887" v="2759" actId="26606"/>
          <ac:grpSpMkLst>
            <pc:docMk/>
            <pc:sldMk cId="3499921771" sldId="260"/>
            <ac:grpSpMk id="256" creationId="{AB86F577-8905-4B21-8AF3-C1BB3433775D}"/>
          </ac:grpSpMkLst>
        </pc:grpChg>
        <pc:grpChg chg="add del">
          <ac:chgData name="NAOISE O LOUGHLIN - STUDENT" userId="5a51fffa-c338-44eb-8c61-ba01f9054679" providerId="ADAL" clId="{5E5C5813-00E0-4BA3-8A1E-7FFCC344EDEF}" dt="2026-04-27T13:36:58.280" v="2761" actId="26606"/>
          <ac:grpSpMkLst>
            <pc:docMk/>
            <pc:sldMk cId="3499921771" sldId="260"/>
            <ac:grpSpMk id="263" creationId="{AB86F577-8905-4B21-8AF3-C1BB3433775D}"/>
          </ac:grpSpMkLst>
        </pc:grpChg>
        <pc:grpChg chg="add del">
          <ac:chgData name="NAOISE O LOUGHLIN - STUDENT" userId="5a51fffa-c338-44eb-8c61-ba01f9054679" providerId="ADAL" clId="{5E5C5813-00E0-4BA3-8A1E-7FFCC344EDEF}" dt="2026-04-27T13:36:58.280" v="2761" actId="26606"/>
          <ac:grpSpMkLst>
            <pc:docMk/>
            <pc:sldMk cId="3499921771" sldId="260"/>
            <ac:grpSpMk id="265" creationId="{57D43E06-E0E9-45FB-9DD8-4513BF040A64}"/>
          </ac:grpSpMkLst>
        </pc:grpChg>
        <pc:grpChg chg="add">
          <ac:chgData name="NAOISE O LOUGHLIN - STUDENT" userId="5a51fffa-c338-44eb-8c61-ba01f9054679" providerId="ADAL" clId="{5E5C5813-00E0-4BA3-8A1E-7FFCC344EDEF}" dt="2026-04-27T13:36:58.337" v="2762" actId="26606"/>
          <ac:grpSpMkLst>
            <pc:docMk/>
            <pc:sldMk cId="3499921771" sldId="260"/>
            <ac:grpSpMk id="271" creationId="{AB86F577-8905-4B21-8AF3-C1BB3433775D}"/>
          </ac:grpSpMkLst>
        </pc:grpChg>
        <pc:grpChg chg="add">
          <ac:chgData name="NAOISE O LOUGHLIN - STUDENT" userId="5a51fffa-c338-44eb-8c61-ba01f9054679" providerId="ADAL" clId="{5E5C5813-00E0-4BA3-8A1E-7FFCC344EDEF}" dt="2026-04-27T13:36:58.337" v="2762" actId="26606"/>
          <ac:grpSpMkLst>
            <pc:docMk/>
            <pc:sldMk cId="3499921771" sldId="260"/>
            <ac:grpSpMk id="273" creationId="{57D43E06-E0E9-45FB-9DD8-4513BF040A64}"/>
          </ac:grpSpMkLst>
        </pc:grpChg>
        <pc:graphicFrameChg chg="add mod ord modGraphic">
          <ac:chgData name="NAOISE O LOUGHLIN - STUDENT" userId="5a51fffa-c338-44eb-8c61-ba01f9054679" providerId="ADAL" clId="{5E5C5813-00E0-4BA3-8A1E-7FFCC344EDEF}" dt="2026-04-27T18:03:21.059" v="3836" actId="14100"/>
          <ac:graphicFrameMkLst>
            <pc:docMk/>
            <pc:sldMk cId="3499921771" sldId="260"/>
            <ac:graphicFrameMk id="7" creationId="{647AC6EE-CDAA-0BB0-4A9F-888A56981CCE}"/>
          </ac:graphicFrameMkLst>
        </pc:graphicFrameChg>
        <pc:picChg chg="add del">
          <ac:chgData name="NAOISE O LOUGHLIN - STUDENT" userId="5a51fffa-c338-44eb-8c61-ba01f9054679" providerId="ADAL" clId="{5E5C5813-00E0-4BA3-8A1E-7FFCC344EDEF}" dt="2026-04-27T13:36:54.249" v="2753" actId="26606"/>
          <ac:picMkLst>
            <pc:docMk/>
            <pc:sldMk cId="3499921771" sldId="260"/>
            <ac:picMk id="13" creationId="{678E285C-BE9E-45B7-A3EE-B9792DAE9917}"/>
          </ac:picMkLst>
        </pc:picChg>
        <pc:picChg chg="add del">
          <ac:chgData name="NAOISE O LOUGHLIN - STUDENT" userId="5a51fffa-c338-44eb-8c61-ba01f9054679" providerId="ADAL" clId="{5E5C5813-00E0-4BA3-8A1E-7FFCC344EDEF}" dt="2026-04-27T13:36:54.249" v="2753" actId="26606"/>
          <ac:picMkLst>
            <pc:docMk/>
            <pc:sldMk cId="3499921771" sldId="260"/>
            <ac:picMk id="129" creationId="{3631D3C9-4C1D-4B3A-A737-E6E780042405}"/>
          </ac:picMkLst>
        </pc:picChg>
        <pc:picChg chg="add del">
          <ac:chgData name="NAOISE O LOUGHLIN - STUDENT" userId="5a51fffa-c338-44eb-8c61-ba01f9054679" providerId="ADAL" clId="{5E5C5813-00E0-4BA3-8A1E-7FFCC344EDEF}" dt="2026-04-27T13:36:56.133" v="2755" actId="26606"/>
          <ac:picMkLst>
            <pc:docMk/>
            <pc:sldMk cId="3499921771" sldId="260"/>
            <ac:picMk id="133" creationId="{678E285C-BE9E-45B7-A3EE-B9792DAE9917}"/>
          </ac:picMkLst>
        </pc:picChg>
        <pc:picChg chg="add del">
          <ac:chgData name="NAOISE O LOUGHLIN - STUDENT" userId="5a51fffa-c338-44eb-8c61-ba01f9054679" providerId="ADAL" clId="{5E5C5813-00E0-4BA3-8A1E-7FFCC344EDEF}" dt="2026-04-27T13:36:56.133" v="2755" actId="26606"/>
          <ac:picMkLst>
            <pc:docMk/>
            <pc:sldMk cId="3499921771" sldId="260"/>
            <ac:picMk id="245" creationId="{0B0BC616-AF73-491B-AACB-A8C3A548B639}"/>
          </ac:picMkLst>
        </pc:picChg>
        <pc:picChg chg="add del">
          <ac:chgData name="NAOISE O LOUGHLIN - STUDENT" userId="5a51fffa-c338-44eb-8c61-ba01f9054679" providerId="ADAL" clId="{5E5C5813-00E0-4BA3-8A1E-7FFCC344EDEF}" dt="2026-04-27T13:36:56.915" v="2757" actId="26606"/>
          <ac:picMkLst>
            <pc:docMk/>
            <pc:sldMk cId="3499921771" sldId="260"/>
            <ac:picMk id="248" creationId="{678E285C-BE9E-45B7-A3EE-B9792DAE9917}"/>
          </ac:picMkLst>
        </pc:picChg>
        <pc:picChg chg="add del">
          <ac:chgData name="NAOISE O LOUGHLIN - STUDENT" userId="5a51fffa-c338-44eb-8c61-ba01f9054679" providerId="ADAL" clId="{5E5C5813-00E0-4BA3-8A1E-7FFCC344EDEF}" dt="2026-04-27T13:36:56.915" v="2757" actId="26606"/>
          <ac:picMkLst>
            <pc:docMk/>
            <pc:sldMk cId="3499921771" sldId="260"/>
            <ac:picMk id="252" creationId="{0B0BC616-AF73-491B-AACB-A8C3A548B639}"/>
          </ac:picMkLst>
        </pc:picChg>
        <pc:picChg chg="add del">
          <ac:chgData name="NAOISE O LOUGHLIN - STUDENT" userId="5a51fffa-c338-44eb-8c61-ba01f9054679" providerId="ADAL" clId="{5E5C5813-00E0-4BA3-8A1E-7FFCC344EDEF}" dt="2026-04-27T13:36:57.887" v="2759" actId="26606"/>
          <ac:picMkLst>
            <pc:docMk/>
            <pc:sldMk cId="3499921771" sldId="260"/>
            <ac:picMk id="255" creationId="{678E285C-BE9E-45B7-A3EE-B9792DAE9917}"/>
          </ac:picMkLst>
        </pc:picChg>
        <pc:picChg chg="add del">
          <ac:chgData name="NAOISE O LOUGHLIN - STUDENT" userId="5a51fffa-c338-44eb-8c61-ba01f9054679" providerId="ADAL" clId="{5E5C5813-00E0-4BA3-8A1E-7FFCC344EDEF}" dt="2026-04-27T13:36:57.887" v="2759" actId="26606"/>
          <ac:picMkLst>
            <pc:docMk/>
            <pc:sldMk cId="3499921771" sldId="260"/>
            <ac:picMk id="258" creationId="{BDEA11A5-20BA-4650-A324-47C0465FF5A4}"/>
          </ac:picMkLst>
        </pc:picChg>
        <pc:picChg chg="add del">
          <ac:chgData name="NAOISE O LOUGHLIN - STUDENT" userId="5a51fffa-c338-44eb-8c61-ba01f9054679" providerId="ADAL" clId="{5E5C5813-00E0-4BA3-8A1E-7FFCC344EDEF}" dt="2026-04-27T13:36:58.280" v="2761" actId="26606"/>
          <ac:picMkLst>
            <pc:docMk/>
            <pc:sldMk cId="3499921771" sldId="260"/>
            <ac:picMk id="262" creationId="{678E285C-BE9E-45B7-A3EE-B9792DAE9917}"/>
          </ac:picMkLst>
        </pc:picChg>
        <pc:picChg chg="add del">
          <ac:chgData name="NAOISE O LOUGHLIN - STUDENT" userId="5a51fffa-c338-44eb-8c61-ba01f9054679" providerId="ADAL" clId="{5E5C5813-00E0-4BA3-8A1E-7FFCC344EDEF}" dt="2026-04-27T13:36:58.280" v="2761" actId="26606"/>
          <ac:picMkLst>
            <pc:docMk/>
            <pc:sldMk cId="3499921771" sldId="260"/>
            <ac:picMk id="267" creationId="{0B0BC616-AF73-491B-AACB-A8C3A548B639}"/>
          </ac:picMkLst>
        </pc:picChg>
        <pc:picChg chg="add del">
          <ac:chgData name="NAOISE O LOUGHLIN - STUDENT" userId="5a51fffa-c338-44eb-8c61-ba01f9054679" providerId="ADAL" clId="{5E5C5813-00E0-4BA3-8A1E-7FFCC344EDEF}" dt="2026-04-27T13:37:14.955" v="2765" actId="26606"/>
          <ac:picMkLst>
            <pc:docMk/>
            <pc:sldMk cId="3499921771" sldId="260"/>
            <ac:picMk id="270" creationId="{678E285C-BE9E-45B7-A3EE-B9792DAE9917}"/>
          </ac:picMkLst>
        </pc:picChg>
        <pc:picChg chg="add del">
          <ac:chgData name="NAOISE O LOUGHLIN - STUDENT" userId="5a51fffa-c338-44eb-8c61-ba01f9054679" providerId="ADAL" clId="{5E5C5813-00E0-4BA3-8A1E-7FFCC344EDEF}" dt="2026-04-27T13:37:14.955" v="2765" actId="26606"/>
          <ac:picMkLst>
            <pc:docMk/>
            <pc:sldMk cId="3499921771" sldId="260"/>
            <ac:picMk id="275" creationId="{0B0BC616-AF73-491B-AACB-A8C3A548B639}"/>
          </ac:picMkLst>
        </pc:picChg>
        <pc:picChg chg="add del">
          <ac:chgData name="NAOISE O LOUGHLIN - STUDENT" userId="5a51fffa-c338-44eb-8c61-ba01f9054679" providerId="ADAL" clId="{5E5C5813-00E0-4BA3-8A1E-7FFCC344EDEF}" dt="2026-04-27T13:37:14.842" v="2764" actId="26606"/>
          <ac:picMkLst>
            <pc:docMk/>
            <pc:sldMk cId="3499921771" sldId="260"/>
            <ac:picMk id="281" creationId="{678E285C-BE9E-45B7-A3EE-B9792DAE9917}"/>
          </ac:picMkLst>
        </pc:picChg>
        <pc:picChg chg="add del">
          <ac:chgData name="NAOISE O LOUGHLIN - STUDENT" userId="5a51fffa-c338-44eb-8c61-ba01f9054679" providerId="ADAL" clId="{5E5C5813-00E0-4BA3-8A1E-7FFCC344EDEF}" dt="2026-04-27T13:37:14.842" v="2764" actId="26606"/>
          <ac:picMkLst>
            <pc:docMk/>
            <pc:sldMk cId="3499921771" sldId="260"/>
            <ac:picMk id="397" creationId="{3631D3C9-4C1D-4B3A-A737-E6E780042405}"/>
          </ac:picMkLst>
        </pc:picChg>
        <pc:picChg chg="add">
          <ac:chgData name="NAOISE O LOUGHLIN - STUDENT" userId="5a51fffa-c338-44eb-8c61-ba01f9054679" providerId="ADAL" clId="{5E5C5813-00E0-4BA3-8A1E-7FFCC344EDEF}" dt="2026-04-27T13:37:14.955" v="2765" actId="26606"/>
          <ac:picMkLst>
            <pc:docMk/>
            <pc:sldMk cId="3499921771" sldId="260"/>
            <ac:picMk id="401" creationId="{678E285C-BE9E-45B7-A3EE-B9792DAE9917}"/>
          </ac:picMkLst>
        </pc:picChg>
        <pc:picChg chg="add">
          <ac:chgData name="NAOISE O LOUGHLIN - STUDENT" userId="5a51fffa-c338-44eb-8c61-ba01f9054679" providerId="ADAL" clId="{5E5C5813-00E0-4BA3-8A1E-7FFCC344EDEF}" dt="2026-04-27T13:37:14.955" v="2765" actId="26606"/>
          <ac:picMkLst>
            <pc:docMk/>
            <pc:sldMk cId="3499921771" sldId="260"/>
            <ac:picMk id="405" creationId="{3631D3C9-4C1D-4B3A-A737-E6E780042405}"/>
          </ac:picMkLst>
        </pc:picChg>
      </pc:sldChg>
      <pc:sldChg chg="addSp delSp modSp mod setBg">
        <pc:chgData name="NAOISE O LOUGHLIN - STUDENT" userId="5a51fffa-c338-44eb-8c61-ba01f9054679" providerId="ADAL" clId="{5E5C5813-00E0-4BA3-8A1E-7FFCC344EDEF}" dt="2026-04-27T13:39:16.035" v="2823" actId="14100"/>
        <pc:sldMkLst>
          <pc:docMk/>
          <pc:sldMk cId="2148526530" sldId="261"/>
        </pc:sldMkLst>
        <pc:spChg chg="mod">
          <ac:chgData name="NAOISE O LOUGHLIN - STUDENT" userId="5a51fffa-c338-44eb-8c61-ba01f9054679" providerId="ADAL" clId="{5E5C5813-00E0-4BA3-8A1E-7FFCC344EDEF}" dt="2026-04-27T13:38:37.534" v="2810" actId="26606"/>
          <ac:spMkLst>
            <pc:docMk/>
            <pc:sldMk cId="2148526530" sldId="261"/>
            <ac:spMk id="5" creationId="{E5007BC6-8CF7-510F-12CC-FF6138CC8AC1}"/>
          </ac:spMkLst>
        </pc:spChg>
        <pc:spChg chg="add del mod">
          <ac:chgData name="NAOISE O LOUGHLIN - STUDENT" userId="5a51fffa-c338-44eb-8c61-ba01f9054679" providerId="ADAL" clId="{5E5C5813-00E0-4BA3-8A1E-7FFCC344EDEF}" dt="2026-04-27T13:38:37.534" v="2810" actId="26606"/>
          <ac:spMkLst>
            <pc:docMk/>
            <pc:sldMk cId="2148526530" sldId="261"/>
            <ac:spMk id="6" creationId="{48B1AF67-DC83-B196-D690-81D161BC9483}"/>
          </ac:spMkLst>
        </pc:spChg>
        <pc:spChg chg="add del">
          <ac:chgData name="NAOISE O LOUGHLIN - STUDENT" userId="5a51fffa-c338-44eb-8c61-ba01f9054679" providerId="ADAL" clId="{5E5C5813-00E0-4BA3-8A1E-7FFCC344EDEF}" dt="2026-04-27T13:38:37.502" v="2809" actId="26606"/>
          <ac:spMkLst>
            <pc:docMk/>
            <pc:sldMk cId="2148526530" sldId="261"/>
            <ac:spMk id="11" creationId="{6BFC9644-673A-459F-B3C5-9310A4E50E3B}"/>
          </ac:spMkLst>
        </pc:spChg>
        <pc:spChg chg="add del">
          <ac:chgData name="NAOISE O LOUGHLIN - STUDENT" userId="5a51fffa-c338-44eb-8c61-ba01f9054679" providerId="ADAL" clId="{5E5C5813-00E0-4BA3-8A1E-7FFCC344EDEF}" dt="2026-04-27T13:38:36.338" v="2807" actId="26606"/>
          <ac:spMkLst>
            <pc:docMk/>
            <pc:sldMk cId="2148526530" sldId="261"/>
            <ac:spMk id="12" creationId="{C6270675-9512-4978-8583-36659256EE23}"/>
          </ac:spMkLst>
        </pc:spChg>
        <pc:spChg chg="add del">
          <ac:chgData name="NAOISE O LOUGHLIN - STUDENT" userId="5a51fffa-c338-44eb-8c61-ba01f9054679" providerId="ADAL" clId="{5E5C5813-00E0-4BA3-8A1E-7FFCC344EDEF}" dt="2026-04-27T13:38:37.502" v="2809" actId="26606"/>
          <ac:spMkLst>
            <pc:docMk/>
            <pc:sldMk cId="2148526530" sldId="261"/>
            <ac:spMk id="42" creationId="{7D1C411D-0818-4640-8657-2AF78250C802}"/>
          </ac:spMkLst>
        </pc:spChg>
        <pc:spChg chg="add del">
          <ac:chgData name="NAOISE O LOUGHLIN - STUDENT" userId="5a51fffa-c338-44eb-8c61-ba01f9054679" providerId="ADAL" clId="{5E5C5813-00E0-4BA3-8A1E-7FFCC344EDEF}" dt="2026-04-27T13:38:37.502" v="2809" actId="26606"/>
          <ac:spMkLst>
            <pc:docMk/>
            <pc:sldMk cId="2148526530" sldId="261"/>
            <ac:spMk id="43" creationId="{48B1AF67-DC83-B196-D690-81D161BC9483}"/>
          </ac:spMkLst>
        </pc:spChg>
        <pc:spChg chg="add">
          <ac:chgData name="NAOISE O LOUGHLIN - STUDENT" userId="5a51fffa-c338-44eb-8c61-ba01f9054679" providerId="ADAL" clId="{5E5C5813-00E0-4BA3-8A1E-7FFCC344EDEF}" dt="2026-04-27T13:38:37.534" v="2810" actId="26606"/>
          <ac:spMkLst>
            <pc:docMk/>
            <pc:sldMk cId="2148526530" sldId="261"/>
            <ac:spMk id="45" creationId="{C6270675-9512-4978-8583-36659256EE23}"/>
          </ac:spMkLst>
        </pc:spChg>
        <pc:grpChg chg="add del">
          <ac:chgData name="NAOISE O LOUGHLIN - STUDENT" userId="5a51fffa-c338-44eb-8c61-ba01f9054679" providerId="ADAL" clId="{5E5C5813-00E0-4BA3-8A1E-7FFCC344EDEF}" dt="2026-04-27T13:38:37.502" v="2809" actId="26606"/>
          <ac:grpSpMkLst>
            <pc:docMk/>
            <pc:sldMk cId="2148526530" sldId="261"/>
            <ac:grpSpMk id="41" creationId="{4ADB9295-9645-4BF2-ADFD-75800B7FAD06}"/>
          </ac:grpSpMkLst>
        </pc:grpChg>
        <pc:graphicFrameChg chg="add del">
          <ac:chgData name="NAOISE O LOUGHLIN - STUDENT" userId="5a51fffa-c338-44eb-8c61-ba01f9054679" providerId="ADAL" clId="{5E5C5813-00E0-4BA3-8A1E-7FFCC344EDEF}" dt="2026-04-27T13:38:31.369" v="2803" actId="26606"/>
          <ac:graphicFrameMkLst>
            <pc:docMk/>
            <pc:sldMk cId="2148526530" sldId="261"/>
            <ac:graphicFrameMk id="8" creationId="{1FE0381A-97F4-6F40-B0E2-00CCBC6E3E1F}"/>
          </ac:graphicFrameMkLst>
        </pc:graphicFrameChg>
        <pc:graphicFrameChg chg="add del">
          <ac:chgData name="NAOISE O LOUGHLIN - STUDENT" userId="5a51fffa-c338-44eb-8c61-ba01f9054679" providerId="ADAL" clId="{5E5C5813-00E0-4BA3-8A1E-7FFCC344EDEF}" dt="2026-04-27T13:38:33.435" v="2805" actId="26606"/>
          <ac:graphicFrameMkLst>
            <pc:docMk/>
            <pc:sldMk cId="2148526530" sldId="261"/>
            <ac:graphicFrameMk id="10" creationId="{1CE84752-C81C-3885-0404-C7D9C4026CBD}"/>
          </ac:graphicFrameMkLst>
        </pc:graphicFrameChg>
        <pc:graphicFrameChg chg="add del">
          <ac:chgData name="NAOISE O LOUGHLIN - STUDENT" userId="5a51fffa-c338-44eb-8c61-ba01f9054679" providerId="ADAL" clId="{5E5C5813-00E0-4BA3-8A1E-7FFCC344EDEF}" dt="2026-04-27T13:38:36.338" v="2807" actId="26606"/>
          <ac:graphicFrameMkLst>
            <pc:docMk/>
            <pc:sldMk cId="2148526530" sldId="261"/>
            <ac:graphicFrameMk id="13" creationId="{B80F2BD1-EF98-9E17-4201-4BEE59D00450}"/>
          </ac:graphicFrameMkLst>
        </pc:graphicFrameChg>
        <pc:graphicFrameChg chg="add mod modGraphic">
          <ac:chgData name="NAOISE O LOUGHLIN - STUDENT" userId="5a51fffa-c338-44eb-8c61-ba01f9054679" providerId="ADAL" clId="{5E5C5813-00E0-4BA3-8A1E-7FFCC344EDEF}" dt="2026-04-27T13:39:16.035" v="2823" actId="14100"/>
          <ac:graphicFrameMkLst>
            <pc:docMk/>
            <pc:sldMk cId="2148526530" sldId="261"/>
            <ac:graphicFrameMk id="46" creationId="{B80F2BD1-EF98-9E17-4201-4BEE59D00450}"/>
          </ac:graphicFrameMkLst>
        </pc:graphicFrameChg>
      </pc:sldChg>
      <pc:sldChg chg="addSp delSp modSp new mod setBg modClrScheme setClrOvrMap chgLayout">
        <pc:chgData name="NAOISE O LOUGHLIN - STUDENT" userId="5a51fffa-c338-44eb-8c61-ba01f9054679" providerId="ADAL" clId="{5E5C5813-00E0-4BA3-8A1E-7FFCC344EDEF}" dt="2026-04-27T18:03:03.491" v="3834" actId="1367"/>
        <pc:sldMkLst>
          <pc:docMk/>
          <pc:sldMk cId="3779899997" sldId="262"/>
        </pc:sldMkLst>
        <pc:spChg chg="del mod ord">
          <ac:chgData name="NAOISE O LOUGHLIN - STUDENT" userId="5a51fffa-c338-44eb-8c61-ba01f9054679" providerId="ADAL" clId="{5E5C5813-00E0-4BA3-8A1E-7FFCC344EDEF}" dt="2026-04-27T12:03:26.299" v="1281" actId="700"/>
          <ac:spMkLst>
            <pc:docMk/>
            <pc:sldMk cId="3779899997" sldId="262"/>
            <ac:spMk id="2" creationId="{F9ECFC19-9BB7-7106-E63E-D07CF03075A7}"/>
          </ac:spMkLst>
        </pc:spChg>
        <pc:spChg chg="del mod ord">
          <ac:chgData name="NAOISE O LOUGHLIN - STUDENT" userId="5a51fffa-c338-44eb-8c61-ba01f9054679" providerId="ADAL" clId="{5E5C5813-00E0-4BA3-8A1E-7FFCC344EDEF}" dt="2026-04-27T12:03:26.299" v="1281" actId="700"/>
          <ac:spMkLst>
            <pc:docMk/>
            <pc:sldMk cId="3779899997" sldId="262"/>
            <ac:spMk id="3" creationId="{C853B1C0-C91C-7E01-6BE0-B6EFC64245B7}"/>
          </ac:spMkLst>
        </pc:spChg>
        <pc:spChg chg="del">
          <ac:chgData name="NAOISE O LOUGHLIN - STUDENT" userId="5a51fffa-c338-44eb-8c61-ba01f9054679" providerId="ADAL" clId="{5E5C5813-00E0-4BA3-8A1E-7FFCC344EDEF}" dt="2026-04-27T12:03:26.299" v="1281" actId="700"/>
          <ac:spMkLst>
            <pc:docMk/>
            <pc:sldMk cId="3779899997" sldId="262"/>
            <ac:spMk id="4" creationId="{E8936798-EB18-4B1B-96F6-4188D9FBEFA2}"/>
          </ac:spMkLst>
        </pc:spChg>
        <pc:spChg chg="add mod ord">
          <ac:chgData name="NAOISE O LOUGHLIN - STUDENT" userId="5a51fffa-c338-44eb-8c61-ba01f9054679" providerId="ADAL" clId="{5E5C5813-00E0-4BA3-8A1E-7FFCC344EDEF}" dt="2026-04-27T13:38:01.097" v="2784" actId="26606"/>
          <ac:spMkLst>
            <pc:docMk/>
            <pc:sldMk cId="3779899997" sldId="262"/>
            <ac:spMk id="5" creationId="{85A713ED-4CF6-76B6-B179-F3020F6259E7}"/>
          </ac:spMkLst>
        </pc:spChg>
        <pc:spChg chg="add del mod ord">
          <ac:chgData name="NAOISE O LOUGHLIN - STUDENT" userId="5a51fffa-c338-44eb-8c61-ba01f9054679" providerId="ADAL" clId="{5E5C5813-00E0-4BA3-8A1E-7FFCC344EDEF}" dt="2026-04-27T13:38:01.097" v="2784" actId="26606"/>
          <ac:spMkLst>
            <pc:docMk/>
            <pc:sldMk cId="3779899997" sldId="262"/>
            <ac:spMk id="6" creationId="{EE21CB86-EBD9-2F47-888D-6648A17DDE1A}"/>
          </ac:spMkLst>
        </pc:spChg>
        <pc:spChg chg="add del">
          <ac:chgData name="NAOISE O LOUGHLIN - STUDENT" userId="5a51fffa-c338-44eb-8c61-ba01f9054679" providerId="ADAL" clId="{5E5C5813-00E0-4BA3-8A1E-7FFCC344EDEF}" dt="2026-04-27T13:37:54.099" v="2775" actId="26606"/>
          <ac:spMkLst>
            <pc:docMk/>
            <pc:sldMk cId="3779899997" sldId="262"/>
            <ac:spMk id="45" creationId="{B53044DC-4918-43DA-B49D-91673C6C9485}"/>
          </ac:spMkLst>
        </pc:spChg>
        <pc:spChg chg="add del">
          <ac:chgData name="NAOISE O LOUGHLIN - STUDENT" userId="5a51fffa-c338-44eb-8c61-ba01f9054679" providerId="ADAL" clId="{5E5C5813-00E0-4BA3-8A1E-7FFCC344EDEF}" dt="2026-04-27T13:37:53.082" v="2773" actId="26606"/>
          <ac:spMkLst>
            <pc:docMk/>
            <pc:sldMk cId="3779899997" sldId="262"/>
            <ac:spMk id="72" creationId="{2EEF4763-EB4A-4A35-89EB-AD2763B48C3B}"/>
          </ac:spMkLst>
        </pc:spChg>
        <pc:spChg chg="add del">
          <ac:chgData name="NAOISE O LOUGHLIN - STUDENT" userId="5a51fffa-c338-44eb-8c61-ba01f9054679" providerId="ADAL" clId="{5E5C5813-00E0-4BA3-8A1E-7FFCC344EDEF}" dt="2026-04-27T13:37:54.099" v="2775" actId="26606"/>
          <ac:spMkLst>
            <pc:docMk/>
            <pc:sldMk cId="3779899997" sldId="262"/>
            <ac:spMk id="75" creationId="{54B9C16B-AC4A-44ED-9075-F76549B46E7C}"/>
          </ac:spMkLst>
        </pc:spChg>
        <pc:spChg chg="add del">
          <ac:chgData name="NAOISE O LOUGHLIN - STUDENT" userId="5a51fffa-c338-44eb-8c61-ba01f9054679" providerId="ADAL" clId="{5E5C5813-00E0-4BA3-8A1E-7FFCC344EDEF}" dt="2026-04-27T13:37:55.217" v="2777" actId="26606"/>
          <ac:spMkLst>
            <pc:docMk/>
            <pc:sldMk cId="3779899997" sldId="262"/>
            <ac:spMk id="82" creationId="{2EEF4763-EB4A-4A35-89EB-AD2763B48C3B}"/>
          </ac:spMkLst>
        </pc:spChg>
        <pc:spChg chg="add del">
          <ac:chgData name="NAOISE O LOUGHLIN - STUDENT" userId="5a51fffa-c338-44eb-8c61-ba01f9054679" providerId="ADAL" clId="{5E5C5813-00E0-4BA3-8A1E-7FFCC344EDEF}" dt="2026-04-27T13:38:00.038" v="2781" actId="26606"/>
          <ac:spMkLst>
            <pc:docMk/>
            <pc:sldMk cId="3779899997" sldId="262"/>
            <ac:spMk id="87" creationId="{C6270675-9512-4978-8583-36659256EE23}"/>
          </ac:spMkLst>
        </pc:spChg>
        <pc:spChg chg="add del">
          <ac:chgData name="NAOISE O LOUGHLIN - STUDENT" userId="5a51fffa-c338-44eb-8c61-ba01f9054679" providerId="ADAL" clId="{5E5C5813-00E0-4BA3-8A1E-7FFCC344EDEF}" dt="2026-04-27T13:38:01.069" v="2783" actId="26606"/>
          <ac:spMkLst>
            <pc:docMk/>
            <pc:sldMk cId="3779899997" sldId="262"/>
            <ac:spMk id="97" creationId="{EE21CB86-EBD9-2F47-888D-6648A17DDE1A}"/>
          </ac:spMkLst>
        </pc:spChg>
        <pc:spChg chg="add del">
          <ac:chgData name="NAOISE O LOUGHLIN - STUDENT" userId="5a51fffa-c338-44eb-8c61-ba01f9054679" providerId="ADAL" clId="{5E5C5813-00E0-4BA3-8A1E-7FFCC344EDEF}" dt="2026-04-27T13:38:20.992" v="2801" actId="26606"/>
          <ac:spMkLst>
            <pc:docMk/>
            <pc:sldMk cId="3779899997" sldId="262"/>
            <ac:spMk id="99" creationId="{C6270675-9512-4978-8583-36659256EE23}"/>
          </ac:spMkLst>
        </pc:spChg>
        <pc:spChg chg="add del">
          <ac:chgData name="NAOISE O LOUGHLIN - STUDENT" userId="5a51fffa-c338-44eb-8c61-ba01f9054679" providerId="ADAL" clId="{5E5C5813-00E0-4BA3-8A1E-7FFCC344EDEF}" dt="2026-04-27T15:33:38.109" v="3821" actId="26606"/>
          <ac:spMkLst>
            <pc:docMk/>
            <pc:sldMk cId="3779899997" sldId="262"/>
            <ac:spMk id="105" creationId="{2EEF4763-EB4A-4A35-89EB-AD2763B48C3B}"/>
          </ac:spMkLst>
        </pc:spChg>
        <pc:grpChg chg="add del">
          <ac:chgData name="NAOISE O LOUGHLIN - STUDENT" userId="5a51fffa-c338-44eb-8c61-ba01f9054679" providerId="ADAL" clId="{5E5C5813-00E0-4BA3-8A1E-7FFCC344EDEF}" dt="2026-04-27T13:37:50.684" v="2771" actId="26606"/>
          <ac:grpSpMkLst>
            <pc:docMk/>
            <pc:sldMk cId="3779899997" sldId="262"/>
            <ac:grpSpMk id="12" creationId="{74872A0B-8668-4500-9509-EAA581B26C24}"/>
          </ac:grpSpMkLst>
        </pc:grpChg>
        <pc:grpChg chg="add del">
          <ac:chgData name="NAOISE O LOUGHLIN - STUDENT" userId="5a51fffa-c338-44eb-8c61-ba01f9054679" providerId="ADAL" clId="{5E5C5813-00E0-4BA3-8A1E-7FFCC344EDEF}" dt="2026-04-27T13:37:54.099" v="2775" actId="26606"/>
          <ac:grpSpMkLst>
            <pc:docMk/>
            <pc:sldMk cId="3779899997" sldId="262"/>
            <ac:grpSpMk id="14" creationId="{62A2FEB6-F419-4684-9ABC-9E32E012E8B7}"/>
          </ac:grpSpMkLst>
        </pc:grpChg>
        <pc:grpChg chg="add del">
          <ac:chgData name="NAOISE O LOUGHLIN - STUDENT" userId="5a51fffa-c338-44eb-8c61-ba01f9054679" providerId="ADAL" clId="{5E5C5813-00E0-4BA3-8A1E-7FFCC344EDEF}" dt="2026-04-27T13:37:50.684" v="2771" actId="26606"/>
          <ac:grpSpMkLst>
            <pc:docMk/>
            <pc:sldMk cId="3779899997" sldId="262"/>
            <ac:grpSpMk id="16" creationId="{240590EE-5428-41AA-95B2-96FCC1CE67A7}"/>
          </ac:grpSpMkLst>
        </pc:grpChg>
        <pc:grpChg chg="add del">
          <ac:chgData name="NAOISE O LOUGHLIN - STUDENT" userId="5a51fffa-c338-44eb-8c61-ba01f9054679" providerId="ADAL" clId="{5E5C5813-00E0-4BA3-8A1E-7FFCC344EDEF}" dt="2026-04-27T13:37:54.099" v="2775" actId="26606"/>
          <ac:grpSpMkLst>
            <pc:docMk/>
            <pc:sldMk cId="3779899997" sldId="262"/>
            <ac:grpSpMk id="47" creationId="{1DCE6B36-1420-43AB-86CF-4E653A517B9C}"/>
          </ac:grpSpMkLst>
        </pc:grpChg>
        <pc:grpChg chg="add del">
          <ac:chgData name="NAOISE O LOUGHLIN - STUDENT" userId="5a51fffa-c338-44eb-8c61-ba01f9054679" providerId="ADAL" clId="{5E5C5813-00E0-4BA3-8A1E-7FFCC344EDEF}" dt="2026-04-27T13:38:01.069" v="2783" actId="26606"/>
          <ac:grpSpMkLst>
            <pc:docMk/>
            <pc:sldMk cId="3779899997" sldId="262"/>
            <ac:grpSpMk id="90" creationId="{9AE4726C-1831-4FE3-9A11-227F0DC2F0BC}"/>
          </ac:grpSpMkLst>
        </pc:grpChg>
        <pc:grpChg chg="add del">
          <ac:chgData name="NAOISE O LOUGHLIN - STUDENT" userId="5a51fffa-c338-44eb-8c61-ba01f9054679" providerId="ADAL" clId="{5E5C5813-00E0-4BA3-8A1E-7FFCC344EDEF}" dt="2026-04-27T13:38:01.069" v="2783" actId="26606"/>
          <ac:grpSpMkLst>
            <pc:docMk/>
            <pc:sldMk cId="3779899997" sldId="262"/>
            <ac:grpSpMk id="93" creationId="{E916825F-759B-4F1A-BA80-AF7137691EC5}"/>
          </ac:grpSpMkLst>
        </pc:grpChg>
        <pc:graphicFrameChg chg="add del">
          <ac:chgData name="NAOISE O LOUGHLIN - STUDENT" userId="5a51fffa-c338-44eb-8c61-ba01f9054679" providerId="ADAL" clId="{5E5C5813-00E0-4BA3-8A1E-7FFCC344EDEF}" dt="2026-04-27T13:37:53.082" v="2773" actId="26606"/>
          <ac:graphicFrameMkLst>
            <pc:docMk/>
            <pc:sldMk cId="3779899997" sldId="262"/>
            <ac:graphicFrameMk id="73" creationId="{039BDB59-A118-AA1D-0ADF-DB0EB72F4766}"/>
          </ac:graphicFrameMkLst>
        </pc:graphicFrameChg>
        <pc:graphicFrameChg chg="add del">
          <ac:chgData name="NAOISE O LOUGHLIN - STUDENT" userId="5a51fffa-c338-44eb-8c61-ba01f9054679" providerId="ADAL" clId="{5E5C5813-00E0-4BA3-8A1E-7FFCC344EDEF}" dt="2026-04-27T13:37:54.099" v="2775" actId="26606"/>
          <ac:graphicFrameMkLst>
            <pc:docMk/>
            <pc:sldMk cId="3779899997" sldId="262"/>
            <ac:graphicFrameMk id="80" creationId="{643B4A34-0F04-136D-84D7-00D97F1D3F61}"/>
          </ac:graphicFrameMkLst>
        </pc:graphicFrameChg>
        <pc:graphicFrameChg chg="add del">
          <ac:chgData name="NAOISE O LOUGHLIN - STUDENT" userId="5a51fffa-c338-44eb-8c61-ba01f9054679" providerId="ADAL" clId="{5E5C5813-00E0-4BA3-8A1E-7FFCC344EDEF}" dt="2026-04-27T13:37:55.217" v="2777" actId="26606"/>
          <ac:graphicFrameMkLst>
            <pc:docMk/>
            <pc:sldMk cId="3779899997" sldId="262"/>
            <ac:graphicFrameMk id="83" creationId="{039BDB59-A118-AA1D-0ADF-DB0EB72F4766}"/>
          </ac:graphicFrameMkLst>
        </pc:graphicFrameChg>
        <pc:graphicFrameChg chg="add del">
          <ac:chgData name="NAOISE O LOUGHLIN - STUDENT" userId="5a51fffa-c338-44eb-8c61-ba01f9054679" providerId="ADAL" clId="{5E5C5813-00E0-4BA3-8A1E-7FFCC344EDEF}" dt="2026-04-27T13:37:56.537" v="2779" actId="26606"/>
          <ac:graphicFrameMkLst>
            <pc:docMk/>
            <pc:sldMk cId="3779899997" sldId="262"/>
            <ac:graphicFrameMk id="85" creationId="{17A687AD-474B-DAAD-ED4A-40E185A64AE9}"/>
          </ac:graphicFrameMkLst>
        </pc:graphicFrameChg>
        <pc:graphicFrameChg chg="add del">
          <ac:chgData name="NAOISE O LOUGHLIN - STUDENT" userId="5a51fffa-c338-44eb-8c61-ba01f9054679" providerId="ADAL" clId="{5E5C5813-00E0-4BA3-8A1E-7FFCC344EDEF}" dt="2026-04-27T13:38:00.038" v="2781" actId="26606"/>
          <ac:graphicFrameMkLst>
            <pc:docMk/>
            <pc:sldMk cId="3779899997" sldId="262"/>
            <ac:graphicFrameMk id="88" creationId="{FD62DACF-E141-E391-8B0B-5A8F094F8CAF}"/>
          </ac:graphicFrameMkLst>
        </pc:graphicFrameChg>
        <pc:graphicFrameChg chg="add mod modGraphic">
          <ac:chgData name="NAOISE O LOUGHLIN - STUDENT" userId="5a51fffa-c338-44eb-8c61-ba01f9054679" providerId="ADAL" clId="{5E5C5813-00E0-4BA3-8A1E-7FFCC344EDEF}" dt="2026-04-27T18:03:03.491" v="3834" actId="1367"/>
          <ac:graphicFrameMkLst>
            <pc:docMk/>
            <pc:sldMk cId="3779899997" sldId="262"/>
            <ac:graphicFrameMk id="100" creationId="{FD62DACF-E141-E391-8B0B-5A8F094F8CAF}"/>
          </ac:graphicFrameMkLst>
        </pc:graphicFrameChg>
        <pc:picChg chg="add del">
          <ac:chgData name="NAOISE O LOUGHLIN - STUDENT" userId="5a51fffa-c338-44eb-8c61-ba01f9054679" providerId="ADAL" clId="{5E5C5813-00E0-4BA3-8A1E-7FFCC344EDEF}" dt="2026-04-27T13:37:50.684" v="2771" actId="26606"/>
          <ac:picMkLst>
            <pc:docMk/>
            <pc:sldMk cId="3779899997" sldId="262"/>
            <ac:picMk id="8" creationId="{B6B99306-14F0-BD4C-CF52-C4A8F3CB3D45}"/>
          </ac:picMkLst>
        </pc:picChg>
        <pc:picChg chg="add del">
          <ac:chgData name="NAOISE O LOUGHLIN - STUDENT" userId="5a51fffa-c338-44eb-8c61-ba01f9054679" providerId="ADAL" clId="{5E5C5813-00E0-4BA3-8A1E-7FFCC344EDEF}" dt="2026-04-27T13:37:54.099" v="2775" actId="26606"/>
          <ac:picMkLst>
            <pc:docMk/>
            <pc:sldMk cId="3779899997" sldId="262"/>
            <ac:picMk id="43" creationId="{3E94A106-9341-485C-9057-9D62B2BD083F}"/>
          </ac:picMkLst>
        </pc:picChg>
        <pc:picChg chg="add del">
          <ac:chgData name="NAOISE O LOUGHLIN - STUDENT" userId="5a51fffa-c338-44eb-8c61-ba01f9054679" providerId="ADAL" clId="{5E5C5813-00E0-4BA3-8A1E-7FFCC344EDEF}" dt="2026-04-27T13:37:54.099" v="2775" actId="26606"/>
          <ac:picMkLst>
            <pc:docMk/>
            <pc:sldMk cId="3779899997" sldId="262"/>
            <ac:picMk id="76" creationId="{9BE36DBF-0333-4D36-A5BF-81FDA2406FE9}"/>
          </ac:picMkLst>
        </pc:picChg>
        <pc:picChg chg="add del">
          <ac:chgData name="NAOISE O LOUGHLIN - STUDENT" userId="5a51fffa-c338-44eb-8c61-ba01f9054679" providerId="ADAL" clId="{5E5C5813-00E0-4BA3-8A1E-7FFCC344EDEF}" dt="2026-04-27T13:38:01.069" v="2783" actId="26606"/>
          <ac:picMkLst>
            <pc:docMk/>
            <pc:sldMk cId="3779899997" sldId="262"/>
            <ac:picMk id="92" creationId="{340AE140-0095-3B6E-57F9-A8A2CF1D3ABE}"/>
          </ac:picMkLst>
        </pc:picChg>
      </pc:sldChg>
      <pc:sldChg chg="addSp delSp modSp new mod setBg setClrOvrMap">
        <pc:chgData name="NAOISE O LOUGHLIN - STUDENT" userId="5a51fffa-c338-44eb-8c61-ba01f9054679" providerId="ADAL" clId="{5E5C5813-00E0-4BA3-8A1E-7FFCC344EDEF}" dt="2026-04-27T15:00:05.778" v="3477" actId="403"/>
        <pc:sldMkLst>
          <pc:docMk/>
          <pc:sldMk cId="3612273916" sldId="263"/>
        </pc:sldMkLst>
        <pc:spChg chg="mod">
          <ac:chgData name="NAOISE O LOUGHLIN - STUDENT" userId="5a51fffa-c338-44eb-8c61-ba01f9054679" providerId="ADAL" clId="{5E5C5813-00E0-4BA3-8A1E-7FFCC344EDEF}" dt="2026-04-27T14:59:49.231" v="3468" actId="26606"/>
          <ac:spMkLst>
            <pc:docMk/>
            <pc:sldMk cId="3612273916" sldId="263"/>
            <ac:spMk id="2" creationId="{B18BD48B-FAE6-D0DB-62C4-CA1F9E525CF6}"/>
          </ac:spMkLst>
        </pc:spChg>
        <pc:spChg chg="del">
          <ac:chgData name="NAOISE O LOUGHLIN - STUDENT" userId="5a51fffa-c338-44eb-8c61-ba01f9054679" providerId="ADAL" clId="{5E5C5813-00E0-4BA3-8A1E-7FFCC344EDEF}" dt="2026-04-27T14:03:53.512" v="3147" actId="931"/>
          <ac:spMkLst>
            <pc:docMk/>
            <pc:sldMk cId="3612273916" sldId="263"/>
            <ac:spMk id="3" creationId="{6E6337EA-8A1A-1B55-9EC3-27D3F681A4D1}"/>
          </ac:spMkLst>
        </pc:spChg>
        <pc:spChg chg="mod ord">
          <ac:chgData name="NAOISE O LOUGHLIN - STUDENT" userId="5a51fffa-c338-44eb-8c61-ba01f9054679" providerId="ADAL" clId="{5E5C5813-00E0-4BA3-8A1E-7FFCC344EDEF}" dt="2026-04-27T15:00:05.778" v="3477" actId="403"/>
          <ac:spMkLst>
            <pc:docMk/>
            <pc:sldMk cId="3612273916" sldId="263"/>
            <ac:spMk id="4" creationId="{0020A1AF-E1E7-EC57-747E-E8187A666499}"/>
          </ac:spMkLst>
        </pc:spChg>
        <pc:spChg chg="add del">
          <ac:chgData name="NAOISE O LOUGHLIN - STUDENT" userId="5a51fffa-c338-44eb-8c61-ba01f9054679" providerId="ADAL" clId="{5E5C5813-00E0-4BA3-8A1E-7FFCC344EDEF}" dt="2026-04-27T14:06:22.659" v="3166" actId="26606"/>
          <ac:spMkLst>
            <pc:docMk/>
            <pc:sldMk cId="3612273916" sldId="263"/>
            <ac:spMk id="54" creationId="{C2E4E997-8672-4FFD-B8EC-9932A8E4714B}"/>
          </ac:spMkLst>
        </pc:spChg>
        <pc:spChg chg="add del">
          <ac:chgData name="NAOISE O LOUGHLIN - STUDENT" userId="5a51fffa-c338-44eb-8c61-ba01f9054679" providerId="ADAL" clId="{5E5C5813-00E0-4BA3-8A1E-7FFCC344EDEF}" dt="2026-04-27T14:06:24.741" v="3170" actId="26606"/>
          <ac:spMkLst>
            <pc:docMk/>
            <pc:sldMk cId="3612273916" sldId="263"/>
            <ac:spMk id="99" creationId="{66D4F5BA-1D71-49B2-8A7F-6B4EB94D7265}"/>
          </ac:spMkLst>
        </pc:spChg>
        <pc:spChg chg="add del">
          <ac:chgData name="NAOISE O LOUGHLIN - STUDENT" userId="5a51fffa-c338-44eb-8c61-ba01f9054679" providerId="ADAL" clId="{5E5C5813-00E0-4BA3-8A1E-7FFCC344EDEF}" dt="2026-04-27T14:06:23.675" v="3168" actId="26606"/>
          <ac:spMkLst>
            <pc:docMk/>
            <pc:sldMk cId="3612273916" sldId="263"/>
            <ac:spMk id="126" creationId="{046B922C-5BA7-4973-B12F-71A509E4BF13}"/>
          </ac:spMkLst>
        </pc:spChg>
        <pc:spChg chg="add del">
          <ac:chgData name="NAOISE O LOUGHLIN - STUDENT" userId="5a51fffa-c338-44eb-8c61-ba01f9054679" providerId="ADAL" clId="{5E5C5813-00E0-4BA3-8A1E-7FFCC344EDEF}" dt="2026-04-27T14:06:23.675" v="3168" actId="26606"/>
          <ac:spMkLst>
            <pc:docMk/>
            <pc:sldMk cId="3612273916" sldId="263"/>
            <ac:spMk id="168" creationId="{F2B1468C-8227-4785-8776-7BDBDDF08F85}"/>
          </ac:spMkLst>
        </pc:spChg>
        <pc:spChg chg="add del">
          <ac:chgData name="NAOISE O LOUGHLIN - STUDENT" userId="5a51fffa-c338-44eb-8c61-ba01f9054679" providerId="ADAL" clId="{5E5C5813-00E0-4BA3-8A1E-7FFCC344EDEF}" dt="2026-04-27T14:06:24.741" v="3170" actId="26606"/>
          <ac:spMkLst>
            <pc:docMk/>
            <pc:sldMk cId="3612273916" sldId="263"/>
            <ac:spMk id="172" creationId="{9775AF3B-5284-4B97-9BB7-55C6FB3699C2}"/>
          </ac:spMkLst>
        </pc:spChg>
        <pc:spChg chg="add del">
          <ac:chgData name="NAOISE O LOUGHLIN - STUDENT" userId="5a51fffa-c338-44eb-8c61-ba01f9054679" providerId="ADAL" clId="{5E5C5813-00E0-4BA3-8A1E-7FFCC344EDEF}" dt="2026-04-27T14:06:27.711" v="3172" actId="26606"/>
          <ac:spMkLst>
            <pc:docMk/>
            <pc:sldMk cId="3612273916" sldId="263"/>
            <ac:spMk id="179" creationId="{6697F791-5FFA-4164-899F-EB52EA72B024}"/>
          </ac:spMkLst>
        </pc:spChg>
        <pc:spChg chg="add del">
          <ac:chgData name="NAOISE O LOUGHLIN - STUDENT" userId="5a51fffa-c338-44eb-8c61-ba01f9054679" providerId="ADAL" clId="{5E5C5813-00E0-4BA3-8A1E-7FFCC344EDEF}" dt="2026-04-27T14:06:27.711" v="3172" actId="26606"/>
          <ac:spMkLst>
            <pc:docMk/>
            <pc:sldMk cId="3612273916" sldId="263"/>
            <ac:spMk id="181" creationId="{B773AB25-A422-41AA-9737-5E04C1966DE1}"/>
          </ac:spMkLst>
        </pc:spChg>
        <pc:spChg chg="add del">
          <ac:chgData name="NAOISE O LOUGHLIN - STUDENT" userId="5a51fffa-c338-44eb-8c61-ba01f9054679" providerId="ADAL" clId="{5E5C5813-00E0-4BA3-8A1E-7FFCC344EDEF}" dt="2026-04-27T14:59:45.624" v="3463" actId="26606"/>
          <ac:spMkLst>
            <pc:docMk/>
            <pc:sldMk cId="3612273916" sldId="263"/>
            <ac:spMk id="460" creationId="{9775AF3B-5284-4B97-9BB7-55C6FB3699C2}"/>
          </ac:spMkLst>
        </pc:spChg>
        <pc:spChg chg="add del">
          <ac:chgData name="NAOISE O LOUGHLIN - STUDENT" userId="5a51fffa-c338-44eb-8c61-ba01f9054679" providerId="ADAL" clId="{5E5C5813-00E0-4BA3-8A1E-7FFCC344EDEF}" dt="2026-04-27T14:59:45.624" v="3463" actId="26606"/>
          <ac:spMkLst>
            <pc:docMk/>
            <pc:sldMk cId="3612273916" sldId="263"/>
            <ac:spMk id="500" creationId="{66D4F5BA-1D71-49B2-8A7F-6B4EB94D7265}"/>
          </ac:spMkLst>
        </pc:spChg>
        <pc:spChg chg="add">
          <ac:chgData name="NAOISE O LOUGHLIN - STUDENT" userId="5a51fffa-c338-44eb-8c61-ba01f9054679" providerId="ADAL" clId="{5E5C5813-00E0-4BA3-8A1E-7FFCC344EDEF}" dt="2026-04-27T14:59:49.231" v="3468" actId="26606"/>
          <ac:spMkLst>
            <pc:docMk/>
            <pc:sldMk cId="3612273916" sldId="263"/>
            <ac:spMk id="550" creationId="{C2E4E997-8672-4FFD-B8EC-9932A8E4714B}"/>
          </ac:spMkLst>
        </pc:spChg>
        <pc:grpChg chg="add del">
          <ac:chgData name="NAOISE O LOUGHLIN - STUDENT" userId="5a51fffa-c338-44eb-8c61-ba01f9054679" providerId="ADAL" clId="{5E5C5813-00E0-4BA3-8A1E-7FFCC344EDEF}" dt="2026-04-27T14:06:20.833" v="3164" actId="26606"/>
          <ac:grpSpMkLst>
            <pc:docMk/>
            <pc:sldMk cId="3612273916" sldId="263"/>
            <ac:grpSpMk id="13" creationId="{EB95AFDF-FA7D-4311-9C65-6D507D92F474}"/>
          </ac:grpSpMkLst>
        </pc:grpChg>
        <pc:grpChg chg="add del">
          <ac:chgData name="NAOISE O LOUGHLIN - STUDENT" userId="5a51fffa-c338-44eb-8c61-ba01f9054679" providerId="ADAL" clId="{5E5C5813-00E0-4BA3-8A1E-7FFCC344EDEF}" dt="2026-04-27T14:06:22.659" v="3166" actId="26606"/>
          <ac:grpSpMkLst>
            <pc:docMk/>
            <pc:sldMk cId="3612273916" sldId="263"/>
            <ac:grpSpMk id="57" creationId="{EB95AFDF-FA7D-4311-9C65-6D507D92F474}"/>
          </ac:grpSpMkLst>
        </pc:grpChg>
        <pc:grpChg chg="add del">
          <ac:chgData name="NAOISE O LOUGHLIN - STUDENT" userId="5a51fffa-c338-44eb-8c61-ba01f9054679" providerId="ADAL" clId="{5E5C5813-00E0-4BA3-8A1E-7FFCC344EDEF}" dt="2026-04-27T14:06:22.659" v="3166" actId="26606"/>
          <ac:grpSpMkLst>
            <pc:docMk/>
            <pc:sldMk cId="3612273916" sldId="263"/>
            <ac:grpSpMk id="58" creationId="{453E4DEE-E996-40F8-8635-0FF43D7348F9}"/>
          </ac:grpSpMkLst>
        </pc:grpChg>
        <pc:grpChg chg="add del">
          <ac:chgData name="NAOISE O LOUGHLIN - STUDENT" userId="5a51fffa-c338-44eb-8c61-ba01f9054679" providerId="ADAL" clId="{5E5C5813-00E0-4BA3-8A1E-7FFCC344EDEF}" dt="2026-04-27T14:06:27.711" v="3172" actId="26606"/>
          <ac:grpSpMkLst>
            <pc:docMk/>
            <pc:sldMk cId="3612273916" sldId="263"/>
            <ac:grpSpMk id="62" creationId="{6AD0D387-1584-4477-B5F8-52B50D4F2205}"/>
          </ac:grpSpMkLst>
        </pc:grpChg>
        <pc:grpChg chg="add del">
          <ac:chgData name="NAOISE O LOUGHLIN - STUDENT" userId="5a51fffa-c338-44eb-8c61-ba01f9054679" providerId="ADAL" clId="{5E5C5813-00E0-4BA3-8A1E-7FFCC344EDEF}" dt="2026-04-27T14:06:23.675" v="3168" actId="26606"/>
          <ac:grpSpMkLst>
            <pc:docMk/>
            <pc:sldMk cId="3612273916" sldId="263"/>
            <ac:grpSpMk id="125" creationId="{EB95AFDF-FA7D-4311-9C65-6D507D92F474}"/>
          </ac:grpSpMkLst>
        </pc:grpChg>
        <pc:grpChg chg="add del">
          <ac:chgData name="NAOISE O LOUGHLIN - STUDENT" userId="5a51fffa-c338-44eb-8c61-ba01f9054679" providerId="ADAL" clId="{5E5C5813-00E0-4BA3-8A1E-7FFCC344EDEF}" dt="2026-04-27T14:06:23.675" v="3168" actId="26606"/>
          <ac:grpSpMkLst>
            <pc:docMk/>
            <pc:sldMk cId="3612273916" sldId="263"/>
            <ac:grpSpMk id="127" creationId="{96D34D8D-9EE9-4659-8C22-7551A95F96FA}"/>
          </ac:grpSpMkLst>
        </pc:grpChg>
        <pc:grpChg chg="add del">
          <ac:chgData name="NAOISE O LOUGHLIN - STUDENT" userId="5a51fffa-c338-44eb-8c61-ba01f9054679" providerId="ADAL" clId="{5E5C5813-00E0-4BA3-8A1E-7FFCC344EDEF}" dt="2026-04-27T14:06:24.741" v="3170" actId="26606"/>
          <ac:grpSpMkLst>
            <pc:docMk/>
            <pc:sldMk cId="3612273916" sldId="263"/>
            <ac:grpSpMk id="171" creationId="{EB95AFDF-FA7D-4311-9C65-6D507D92F474}"/>
          </ac:grpSpMkLst>
        </pc:grpChg>
        <pc:grpChg chg="add del">
          <ac:chgData name="NAOISE O LOUGHLIN - STUDENT" userId="5a51fffa-c338-44eb-8c61-ba01f9054679" providerId="ADAL" clId="{5E5C5813-00E0-4BA3-8A1E-7FFCC344EDEF}" dt="2026-04-27T14:06:24.741" v="3170" actId="26606"/>
          <ac:grpSpMkLst>
            <pc:docMk/>
            <pc:sldMk cId="3612273916" sldId="263"/>
            <ac:grpSpMk id="173" creationId="{A0F1F7ED-DA39-478F-85DA-317DE08941E8}"/>
          </ac:grpSpMkLst>
        </pc:grpChg>
        <pc:grpChg chg="add del">
          <ac:chgData name="NAOISE O LOUGHLIN - STUDENT" userId="5a51fffa-c338-44eb-8c61-ba01f9054679" providerId="ADAL" clId="{5E5C5813-00E0-4BA3-8A1E-7FFCC344EDEF}" dt="2026-04-27T14:06:27.711" v="3172" actId="26606"/>
          <ac:grpSpMkLst>
            <pc:docMk/>
            <pc:sldMk cId="3612273916" sldId="263"/>
            <ac:grpSpMk id="178" creationId="{EB95AFDF-FA7D-4311-9C65-6D507D92F474}"/>
          </ac:grpSpMkLst>
        </pc:grpChg>
        <pc:grpChg chg="add del">
          <ac:chgData name="NAOISE O LOUGHLIN - STUDENT" userId="5a51fffa-c338-44eb-8c61-ba01f9054679" providerId="ADAL" clId="{5E5C5813-00E0-4BA3-8A1E-7FFCC344EDEF}" dt="2026-04-27T14:07:21.742" v="3194" actId="26606"/>
          <ac:grpSpMkLst>
            <pc:docMk/>
            <pc:sldMk cId="3612273916" sldId="263"/>
            <ac:grpSpMk id="184" creationId="{A838DBA2-246D-4087-AE0A-6EA2B4B65AF3}"/>
          </ac:grpSpMkLst>
        </pc:grpChg>
        <pc:grpChg chg="add del">
          <ac:chgData name="NAOISE O LOUGHLIN - STUDENT" userId="5a51fffa-c338-44eb-8c61-ba01f9054679" providerId="ADAL" clId="{5E5C5813-00E0-4BA3-8A1E-7FFCC344EDEF}" dt="2026-04-27T14:44:59.656" v="3453" actId="26606"/>
          <ac:grpSpMkLst>
            <pc:docMk/>
            <pc:sldMk cId="3612273916" sldId="263"/>
            <ac:grpSpMk id="228" creationId="{A838DBA2-246D-4087-AE0A-6EA2B4B65AF3}"/>
          </ac:grpSpMkLst>
        </pc:grpChg>
        <pc:grpChg chg="add del">
          <ac:chgData name="NAOISE O LOUGHLIN - STUDENT" userId="5a51fffa-c338-44eb-8c61-ba01f9054679" providerId="ADAL" clId="{5E5C5813-00E0-4BA3-8A1E-7FFCC344EDEF}" dt="2026-04-27T14:59:49.231" v="3468" actId="26606"/>
          <ac:grpSpMkLst>
            <pc:docMk/>
            <pc:sldMk cId="3612273916" sldId="263"/>
            <ac:grpSpMk id="274" creationId="{A838DBA2-246D-4087-AE0A-6EA2B4B65AF3}"/>
          </ac:grpSpMkLst>
        </pc:grpChg>
        <pc:grpChg chg="add del">
          <ac:chgData name="NAOISE O LOUGHLIN - STUDENT" userId="5a51fffa-c338-44eb-8c61-ba01f9054679" providerId="ADAL" clId="{5E5C5813-00E0-4BA3-8A1E-7FFCC344EDEF}" dt="2026-04-27T14:59:44.211" v="3461" actId="26606"/>
          <ac:grpSpMkLst>
            <pc:docMk/>
            <pc:sldMk cId="3612273916" sldId="263"/>
            <ac:grpSpMk id="320" creationId="{A838DBA2-246D-4087-AE0A-6EA2B4B65AF3}"/>
          </ac:grpSpMkLst>
        </pc:grpChg>
        <pc:grpChg chg="add del">
          <ac:chgData name="NAOISE O LOUGHLIN - STUDENT" userId="5a51fffa-c338-44eb-8c61-ba01f9054679" providerId="ADAL" clId="{5E5C5813-00E0-4BA3-8A1E-7FFCC344EDEF}" dt="2026-04-27T14:59:44.211" v="3461" actId="26606"/>
          <ac:grpSpMkLst>
            <pc:docMk/>
            <pc:sldMk cId="3612273916" sldId="263"/>
            <ac:grpSpMk id="361" creationId="{8E1DDAD8-1D10-4640-A034-BE90015E37B6}"/>
          </ac:grpSpMkLst>
        </pc:grpChg>
        <pc:grpChg chg="add del">
          <ac:chgData name="NAOISE O LOUGHLIN - STUDENT" userId="5a51fffa-c338-44eb-8c61-ba01f9054679" providerId="ADAL" clId="{5E5C5813-00E0-4BA3-8A1E-7FFCC344EDEF}" dt="2026-04-27T14:59:45.624" v="3463" actId="26606"/>
          <ac:grpSpMkLst>
            <pc:docMk/>
            <pc:sldMk cId="3612273916" sldId="263"/>
            <ac:grpSpMk id="363" creationId="{A0F1F7ED-DA39-478F-85DA-317DE08941E8}"/>
          </ac:grpSpMkLst>
        </pc:grpChg>
        <pc:grpChg chg="add del">
          <ac:chgData name="NAOISE O LOUGHLIN - STUDENT" userId="5a51fffa-c338-44eb-8c61-ba01f9054679" providerId="ADAL" clId="{5E5C5813-00E0-4BA3-8A1E-7FFCC344EDEF}" dt="2026-04-27T14:59:44.211" v="3461" actId="26606"/>
          <ac:grpSpMkLst>
            <pc:docMk/>
            <pc:sldMk cId="3612273916" sldId="263"/>
            <ac:grpSpMk id="365" creationId="{FD642FB6-2808-4BC5-AE0B-7302C24B78A5}"/>
          </ac:grpSpMkLst>
        </pc:grpChg>
        <pc:grpChg chg="add del">
          <ac:chgData name="NAOISE O LOUGHLIN - STUDENT" userId="5a51fffa-c338-44eb-8c61-ba01f9054679" providerId="ADAL" clId="{5E5C5813-00E0-4BA3-8A1E-7FFCC344EDEF}" dt="2026-04-27T14:59:47.246" v="3465" actId="26606"/>
          <ac:grpSpMkLst>
            <pc:docMk/>
            <pc:sldMk cId="3612273916" sldId="263"/>
            <ac:grpSpMk id="503" creationId="{A838DBA2-246D-4087-AE0A-6EA2B4B65AF3}"/>
          </ac:grpSpMkLst>
        </pc:grpChg>
        <pc:grpChg chg="add del">
          <ac:chgData name="NAOISE O LOUGHLIN - STUDENT" userId="5a51fffa-c338-44eb-8c61-ba01f9054679" providerId="ADAL" clId="{5E5C5813-00E0-4BA3-8A1E-7FFCC344EDEF}" dt="2026-04-27T14:59:49.188" v="3467" actId="26606"/>
          <ac:grpSpMkLst>
            <pc:docMk/>
            <pc:sldMk cId="3612273916" sldId="263"/>
            <ac:grpSpMk id="506" creationId="{A838DBA2-246D-4087-AE0A-6EA2B4B65AF3}"/>
          </ac:grpSpMkLst>
        </pc:grpChg>
        <pc:grpChg chg="add del">
          <ac:chgData name="NAOISE O LOUGHLIN - STUDENT" userId="5a51fffa-c338-44eb-8c61-ba01f9054679" providerId="ADAL" clId="{5E5C5813-00E0-4BA3-8A1E-7FFCC344EDEF}" dt="2026-04-27T14:59:49.188" v="3467" actId="26606"/>
          <ac:grpSpMkLst>
            <pc:docMk/>
            <pc:sldMk cId="3612273916" sldId="263"/>
            <ac:grpSpMk id="544" creationId="{74872A0B-8668-4500-9509-EAA581B26C24}"/>
          </ac:grpSpMkLst>
        </pc:grpChg>
        <pc:grpChg chg="add del">
          <ac:chgData name="NAOISE O LOUGHLIN - STUDENT" userId="5a51fffa-c338-44eb-8c61-ba01f9054679" providerId="ADAL" clId="{5E5C5813-00E0-4BA3-8A1E-7FFCC344EDEF}" dt="2026-04-27T14:59:49.188" v="3467" actId="26606"/>
          <ac:grpSpMkLst>
            <pc:docMk/>
            <pc:sldMk cId="3612273916" sldId="263"/>
            <ac:grpSpMk id="546" creationId="{240590EE-5428-41AA-95B2-96FCC1CE67A7}"/>
          </ac:grpSpMkLst>
        </pc:grpChg>
        <pc:grpChg chg="add">
          <ac:chgData name="NAOISE O LOUGHLIN - STUDENT" userId="5a51fffa-c338-44eb-8c61-ba01f9054679" providerId="ADAL" clId="{5E5C5813-00E0-4BA3-8A1E-7FFCC344EDEF}" dt="2026-04-27T14:59:49.231" v="3468" actId="26606"/>
          <ac:grpSpMkLst>
            <pc:docMk/>
            <pc:sldMk cId="3612273916" sldId="263"/>
            <ac:grpSpMk id="549" creationId="{EB95AFDF-FA7D-4311-9C65-6D507D92F474}"/>
          </ac:grpSpMkLst>
        </pc:grpChg>
        <pc:grpChg chg="add">
          <ac:chgData name="NAOISE O LOUGHLIN - STUDENT" userId="5a51fffa-c338-44eb-8c61-ba01f9054679" providerId="ADAL" clId="{5E5C5813-00E0-4BA3-8A1E-7FFCC344EDEF}" dt="2026-04-27T14:59:49.231" v="3468" actId="26606"/>
          <ac:grpSpMkLst>
            <pc:docMk/>
            <pc:sldMk cId="3612273916" sldId="263"/>
            <ac:grpSpMk id="552" creationId="{453E4DEE-E996-40F8-8635-0FF43D7348F9}"/>
          </ac:grpSpMkLst>
        </pc:grpChg>
        <pc:picChg chg="add mod ord">
          <ac:chgData name="NAOISE O LOUGHLIN - STUDENT" userId="5a51fffa-c338-44eb-8c61-ba01f9054679" providerId="ADAL" clId="{5E5C5813-00E0-4BA3-8A1E-7FFCC344EDEF}" dt="2026-04-27T14:59:49.231" v="3468" actId="26606"/>
          <ac:picMkLst>
            <pc:docMk/>
            <pc:sldMk cId="3612273916" sldId="263"/>
            <ac:picMk id="6" creationId="{39292A7E-DECE-1EF3-9DAB-F74E2250D6C4}"/>
          </ac:picMkLst>
        </pc:picChg>
        <pc:picChg chg="add del">
          <ac:chgData name="NAOISE O LOUGHLIN - STUDENT" userId="5a51fffa-c338-44eb-8c61-ba01f9054679" providerId="ADAL" clId="{5E5C5813-00E0-4BA3-8A1E-7FFCC344EDEF}" dt="2026-04-27T14:06:20.833" v="3164" actId="26606"/>
          <ac:picMkLst>
            <pc:docMk/>
            <pc:sldMk cId="3612273916" sldId="263"/>
            <ac:picMk id="11" creationId="{5FF7B57D-FF7B-48B3-9F60-9BCEEECF9E76}"/>
          </ac:picMkLst>
        </pc:picChg>
        <pc:picChg chg="add del">
          <ac:chgData name="NAOISE O LOUGHLIN - STUDENT" userId="5a51fffa-c338-44eb-8c61-ba01f9054679" providerId="ADAL" clId="{5E5C5813-00E0-4BA3-8A1E-7FFCC344EDEF}" dt="2026-04-27T14:06:22.659" v="3166" actId="26606"/>
          <ac:picMkLst>
            <pc:docMk/>
            <pc:sldMk cId="3612273916" sldId="263"/>
            <ac:picMk id="55" creationId="{5FF7B57D-FF7B-48B3-9F60-9BCEEECF9E76}"/>
          </ac:picMkLst>
        </pc:picChg>
        <pc:picChg chg="add del">
          <ac:chgData name="NAOISE O LOUGHLIN - STUDENT" userId="5a51fffa-c338-44eb-8c61-ba01f9054679" providerId="ADAL" clId="{5E5C5813-00E0-4BA3-8A1E-7FFCC344EDEF}" dt="2026-04-27T14:06:22.659" v="3166" actId="26606"/>
          <ac:picMkLst>
            <pc:docMk/>
            <pc:sldMk cId="3612273916" sldId="263"/>
            <ac:picMk id="56" creationId="{FE6BA9E6-1D9E-4D30-B528-D49FA1342E4E}"/>
          </ac:picMkLst>
        </pc:picChg>
        <pc:picChg chg="add del">
          <ac:chgData name="NAOISE O LOUGHLIN - STUDENT" userId="5a51fffa-c338-44eb-8c61-ba01f9054679" providerId="ADAL" clId="{5E5C5813-00E0-4BA3-8A1E-7FFCC344EDEF}" dt="2026-04-27T14:06:27.711" v="3172" actId="26606"/>
          <ac:picMkLst>
            <pc:docMk/>
            <pc:sldMk cId="3612273916" sldId="263"/>
            <ac:picMk id="60" creationId="{AF0552B8-DE8C-40DF-B29F-1728E6A10619}"/>
          </ac:picMkLst>
        </pc:picChg>
        <pc:picChg chg="add del">
          <ac:chgData name="NAOISE O LOUGHLIN - STUDENT" userId="5a51fffa-c338-44eb-8c61-ba01f9054679" providerId="ADAL" clId="{5E5C5813-00E0-4BA3-8A1E-7FFCC344EDEF}" dt="2026-04-27T14:06:24.741" v="3170" actId="26606"/>
          <ac:picMkLst>
            <pc:docMk/>
            <pc:sldMk cId="3612273916" sldId="263"/>
            <ac:picMk id="97" creationId="{1B17CCE2-CEEF-40CA-8C4D-0DC2DCA78A23}"/>
          </ac:picMkLst>
        </pc:picChg>
        <pc:picChg chg="add del">
          <ac:chgData name="NAOISE O LOUGHLIN - STUDENT" userId="5a51fffa-c338-44eb-8c61-ba01f9054679" providerId="ADAL" clId="{5E5C5813-00E0-4BA3-8A1E-7FFCC344EDEF}" dt="2026-04-27T14:06:23.675" v="3168" actId="26606"/>
          <ac:picMkLst>
            <pc:docMk/>
            <pc:sldMk cId="3612273916" sldId="263"/>
            <ac:picMk id="124" creationId="{5FF7B57D-FF7B-48B3-9F60-9BCEEECF9E76}"/>
          </ac:picMkLst>
        </pc:picChg>
        <pc:picChg chg="add del">
          <ac:chgData name="NAOISE O LOUGHLIN - STUDENT" userId="5a51fffa-c338-44eb-8c61-ba01f9054679" providerId="ADAL" clId="{5E5C5813-00E0-4BA3-8A1E-7FFCC344EDEF}" dt="2026-04-27T14:06:23.675" v="3168" actId="26606"/>
          <ac:picMkLst>
            <pc:docMk/>
            <pc:sldMk cId="3612273916" sldId="263"/>
            <ac:picMk id="167" creationId="{2FB01CCF-839B-4126-9BF9-132C64D8A1AA}"/>
          </ac:picMkLst>
        </pc:picChg>
        <pc:picChg chg="add del">
          <ac:chgData name="NAOISE O LOUGHLIN - STUDENT" userId="5a51fffa-c338-44eb-8c61-ba01f9054679" providerId="ADAL" clId="{5E5C5813-00E0-4BA3-8A1E-7FFCC344EDEF}" dt="2026-04-27T14:06:24.741" v="3170" actId="26606"/>
          <ac:picMkLst>
            <pc:docMk/>
            <pc:sldMk cId="3612273916" sldId="263"/>
            <ac:picMk id="170" creationId="{5FF7B57D-FF7B-48B3-9F60-9BCEEECF9E76}"/>
          </ac:picMkLst>
        </pc:picChg>
        <pc:picChg chg="add del">
          <ac:chgData name="NAOISE O LOUGHLIN - STUDENT" userId="5a51fffa-c338-44eb-8c61-ba01f9054679" providerId="ADAL" clId="{5E5C5813-00E0-4BA3-8A1E-7FFCC344EDEF}" dt="2026-04-27T14:06:27.711" v="3172" actId="26606"/>
          <ac:picMkLst>
            <pc:docMk/>
            <pc:sldMk cId="3612273916" sldId="263"/>
            <ac:picMk id="177" creationId="{5FF7B57D-FF7B-48B3-9F60-9BCEEECF9E76}"/>
          </ac:picMkLst>
        </pc:picChg>
        <pc:picChg chg="add del">
          <ac:chgData name="NAOISE O LOUGHLIN - STUDENT" userId="5a51fffa-c338-44eb-8c61-ba01f9054679" providerId="ADAL" clId="{5E5C5813-00E0-4BA3-8A1E-7FFCC344EDEF}" dt="2026-04-27T14:06:27.711" v="3172" actId="26606"/>
          <ac:picMkLst>
            <pc:docMk/>
            <pc:sldMk cId="3612273916" sldId="263"/>
            <ac:picMk id="180" creationId="{4E28A1A9-FB81-4816-AAEA-C3B430946951}"/>
          </ac:picMkLst>
        </pc:picChg>
        <pc:picChg chg="add del">
          <ac:chgData name="NAOISE O LOUGHLIN - STUDENT" userId="5a51fffa-c338-44eb-8c61-ba01f9054679" providerId="ADAL" clId="{5E5C5813-00E0-4BA3-8A1E-7FFCC344EDEF}" dt="2026-04-27T14:07:21.742" v="3194" actId="26606"/>
          <ac:picMkLst>
            <pc:docMk/>
            <pc:sldMk cId="3612273916" sldId="263"/>
            <ac:picMk id="183" creationId="{59FACE42-44B0-4185-8ED4-9043A78C8600}"/>
          </ac:picMkLst>
        </pc:picChg>
        <pc:picChg chg="add del">
          <ac:chgData name="NAOISE O LOUGHLIN - STUDENT" userId="5a51fffa-c338-44eb-8c61-ba01f9054679" providerId="ADAL" clId="{5E5C5813-00E0-4BA3-8A1E-7FFCC344EDEF}" dt="2026-04-27T14:44:59.656" v="3453" actId="26606"/>
          <ac:picMkLst>
            <pc:docMk/>
            <pc:sldMk cId="3612273916" sldId="263"/>
            <ac:picMk id="226" creationId="{59FACE42-44B0-4185-8ED4-9043A78C8600}"/>
          </ac:picMkLst>
        </pc:picChg>
        <pc:picChg chg="add del">
          <ac:chgData name="NAOISE O LOUGHLIN - STUDENT" userId="5a51fffa-c338-44eb-8c61-ba01f9054679" providerId="ADAL" clId="{5E5C5813-00E0-4BA3-8A1E-7FFCC344EDEF}" dt="2026-04-27T14:59:49.231" v="3468" actId="26606"/>
          <ac:picMkLst>
            <pc:docMk/>
            <pc:sldMk cId="3612273916" sldId="263"/>
            <ac:picMk id="272" creationId="{59FACE42-44B0-4185-8ED4-9043A78C8600}"/>
          </ac:picMkLst>
        </pc:picChg>
        <pc:picChg chg="add del">
          <ac:chgData name="NAOISE O LOUGHLIN - STUDENT" userId="5a51fffa-c338-44eb-8c61-ba01f9054679" providerId="ADAL" clId="{5E5C5813-00E0-4BA3-8A1E-7FFCC344EDEF}" dt="2026-04-27T14:59:44.211" v="3461" actId="26606"/>
          <ac:picMkLst>
            <pc:docMk/>
            <pc:sldMk cId="3612273916" sldId="263"/>
            <ac:picMk id="318" creationId="{59FACE42-44B0-4185-8ED4-9043A78C8600}"/>
          </ac:picMkLst>
        </pc:picChg>
        <pc:picChg chg="add del">
          <ac:chgData name="NAOISE O LOUGHLIN - STUDENT" userId="5a51fffa-c338-44eb-8c61-ba01f9054679" providerId="ADAL" clId="{5E5C5813-00E0-4BA3-8A1E-7FFCC344EDEF}" dt="2026-04-27T14:59:45.624" v="3463" actId="26606"/>
          <ac:picMkLst>
            <pc:docMk/>
            <pc:sldMk cId="3612273916" sldId="263"/>
            <ac:picMk id="421" creationId="{5FF7B57D-FF7B-48B3-9F60-9BCEEECF9E76}"/>
          </ac:picMkLst>
        </pc:picChg>
        <pc:picChg chg="add del">
          <ac:chgData name="NAOISE O LOUGHLIN - STUDENT" userId="5a51fffa-c338-44eb-8c61-ba01f9054679" providerId="ADAL" clId="{5E5C5813-00E0-4BA3-8A1E-7FFCC344EDEF}" dt="2026-04-27T14:59:45.624" v="3463" actId="26606"/>
          <ac:picMkLst>
            <pc:docMk/>
            <pc:sldMk cId="3612273916" sldId="263"/>
            <ac:picMk id="499" creationId="{1B17CCE2-CEEF-40CA-8C4D-0DC2DCA78A23}"/>
          </ac:picMkLst>
        </pc:picChg>
        <pc:picChg chg="add del">
          <ac:chgData name="NAOISE O LOUGHLIN - STUDENT" userId="5a51fffa-c338-44eb-8c61-ba01f9054679" providerId="ADAL" clId="{5E5C5813-00E0-4BA3-8A1E-7FFCC344EDEF}" dt="2026-04-27T14:59:47.246" v="3465" actId="26606"/>
          <ac:picMkLst>
            <pc:docMk/>
            <pc:sldMk cId="3612273916" sldId="263"/>
            <ac:picMk id="502" creationId="{59FACE42-44B0-4185-8ED4-9043A78C8600}"/>
          </ac:picMkLst>
        </pc:picChg>
        <pc:picChg chg="add del">
          <ac:chgData name="NAOISE O LOUGHLIN - STUDENT" userId="5a51fffa-c338-44eb-8c61-ba01f9054679" providerId="ADAL" clId="{5E5C5813-00E0-4BA3-8A1E-7FFCC344EDEF}" dt="2026-04-27T14:59:49.188" v="3467" actId="26606"/>
          <ac:picMkLst>
            <pc:docMk/>
            <pc:sldMk cId="3612273916" sldId="263"/>
            <ac:picMk id="505" creationId="{59FACE42-44B0-4185-8ED4-9043A78C8600}"/>
          </ac:picMkLst>
        </pc:picChg>
        <pc:picChg chg="add">
          <ac:chgData name="NAOISE O LOUGHLIN - STUDENT" userId="5a51fffa-c338-44eb-8c61-ba01f9054679" providerId="ADAL" clId="{5E5C5813-00E0-4BA3-8A1E-7FFCC344EDEF}" dt="2026-04-27T14:59:49.231" v="3468" actId="26606"/>
          <ac:picMkLst>
            <pc:docMk/>
            <pc:sldMk cId="3612273916" sldId="263"/>
            <ac:picMk id="548" creationId="{5FF7B57D-FF7B-48B3-9F60-9BCEEECF9E76}"/>
          </ac:picMkLst>
        </pc:picChg>
        <pc:picChg chg="add">
          <ac:chgData name="NAOISE O LOUGHLIN - STUDENT" userId="5a51fffa-c338-44eb-8c61-ba01f9054679" providerId="ADAL" clId="{5E5C5813-00E0-4BA3-8A1E-7FFCC344EDEF}" dt="2026-04-27T14:59:49.231" v="3468" actId="26606"/>
          <ac:picMkLst>
            <pc:docMk/>
            <pc:sldMk cId="3612273916" sldId="263"/>
            <ac:picMk id="551" creationId="{FE6BA9E6-1D9E-4D30-B528-D49FA1342E4E}"/>
          </ac:picMkLst>
        </pc:picChg>
      </pc:sldChg>
      <pc:sldChg chg="modSp new mod">
        <pc:chgData name="NAOISE O LOUGHLIN - STUDENT" userId="5a51fffa-c338-44eb-8c61-ba01f9054679" providerId="ADAL" clId="{5E5C5813-00E0-4BA3-8A1E-7FFCC344EDEF}" dt="2026-04-27T14:30:33.556" v="3359" actId="20577"/>
        <pc:sldMkLst>
          <pc:docMk/>
          <pc:sldMk cId="1403652354" sldId="264"/>
        </pc:sldMkLst>
        <pc:spChg chg="mod">
          <ac:chgData name="NAOISE O LOUGHLIN - STUDENT" userId="5a51fffa-c338-44eb-8c61-ba01f9054679" providerId="ADAL" clId="{5E5C5813-00E0-4BA3-8A1E-7FFCC344EDEF}" dt="2026-04-27T14:29:51.484" v="3212" actId="20577"/>
          <ac:spMkLst>
            <pc:docMk/>
            <pc:sldMk cId="1403652354" sldId="264"/>
            <ac:spMk id="2" creationId="{2267C521-BA39-56A4-338F-B6A44E832710}"/>
          </ac:spMkLst>
        </pc:spChg>
        <pc:spChg chg="mod">
          <ac:chgData name="NAOISE O LOUGHLIN - STUDENT" userId="5a51fffa-c338-44eb-8c61-ba01f9054679" providerId="ADAL" clId="{5E5C5813-00E0-4BA3-8A1E-7FFCC344EDEF}" dt="2026-04-27T14:30:33.556" v="3359" actId="20577"/>
          <ac:spMkLst>
            <pc:docMk/>
            <pc:sldMk cId="1403652354" sldId="264"/>
            <ac:spMk id="3" creationId="{252FE7BE-4D47-94B6-2167-F14731F77579}"/>
          </ac:spMkLst>
        </pc:spChg>
      </pc:sldChg>
      <pc:sldChg chg="modSp new mod modClrScheme chgLayout">
        <pc:chgData name="NAOISE O LOUGHLIN - STUDENT" userId="5a51fffa-c338-44eb-8c61-ba01f9054679" providerId="ADAL" clId="{5E5C5813-00E0-4BA3-8A1E-7FFCC344EDEF}" dt="2026-04-27T14:32:48.803" v="3452" actId="1076"/>
        <pc:sldMkLst>
          <pc:docMk/>
          <pc:sldMk cId="2272300275" sldId="265"/>
        </pc:sldMkLst>
        <pc:spChg chg="mod ord">
          <ac:chgData name="NAOISE O LOUGHLIN - STUDENT" userId="5a51fffa-c338-44eb-8c61-ba01f9054679" providerId="ADAL" clId="{5E5C5813-00E0-4BA3-8A1E-7FFCC344EDEF}" dt="2026-04-27T14:32:27.065" v="3449" actId="20577"/>
          <ac:spMkLst>
            <pc:docMk/>
            <pc:sldMk cId="2272300275" sldId="265"/>
            <ac:spMk id="2" creationId="{D67081C7-4F12-EA3D-A32E-C573998A3FF5}"/>
          </ac:spMkLst>
        </pc:spChg>
        <pc:spChg chg="mod ord">
          <ac:chgData name="NAOISE O LOUGHLIN - STUDENT" userId="5a51fffa-c338-44eb-8c61-ba01f9054679" providerId="ADAL" clId="{5E5C5813-00E0-4BA3-8A1E-7FFCC344EDEF}" dt="2026-04-27T14:32:48.803" v="3452" actId="1076"/>
          <ac:spMkLst>
            <pc:docMk/>
            <pc:sldMk cId="2272300275" sldId="265"/>
            <ac:spMk id="3" creationId="{B785161E-A305-04BA-8FA2-ACF74D3E18CC}"/>
          </ac:spMkLst>
        </pc:spChg>
      </pc:sldChg>
      <pc:sldChg chg="addSp delSp modSp new mod">
        <pc:chgData name="NAOISE O LOUGHLIN - STUDENT" userId="5a51fffa-c338-44eb-8c61-ba01f9054679" providerId="ADAL" clId="{5E5C5813-00E0-4BA3-8A1E-7FFCC344EDEF}" dt="2026-04-27T18:06:53.364" v="3856" actId="20577"/>
        <pc:sldMkLst>
          <pc:docMk/>
          <pc:sldMk cId="459973236" sldId="266"/>
        </pc:sldMkLst>
        <pc:spChg chg="mod">
          <ac:chgData name="NAOISE O LOUGHLIN - STUDENT" userId="5a51fffa-c338-44eb-8c61-ba01f9054679" providerId="ADAL" clId="{5E5C5813-00E0-4BA3-8A1E-7FFCC344EDEF}" dt="2026-04-27T18:06:53.364" v="3856" actId="20577"/>
          <ac:spMkLst>
            <pc:docMk/>
            <pc:sldMk cId="459973236" sldId="266"/>
            <ac:spMk id="2" creationId="{9EC395A8-1C9F-2095-C6C4-419525F8C542}"/>
          </ac:spMkLst>
        </pc:spChg>
        <pc:spChg chg="del">
          <ac:chgData name="NAOISE O LOUGHLIN - STUDENT" userId="5a51fffa-c338-44eb-8c61-ba01f9054679" providerId="ADAL" clId="{5E5C5813-00E0-4BA3-8A1E-7FFCC344EDEF}" dt="2026-04-27T18:06:32.288" v="3838" actId="931"/>
          <ac:spMkLst>
            <pc:docMk/>
            <pc:sldMk cId="459973236" sldId="266"/>
            <ac:spMk id="3" creationId="{62043CFC-37E2-9E0C-3EB3-B3677ADF99BE}"/>
          </ac:spMkLst>
        </pc:spChg>
        <pc:picChg chg="add mod ord">
          <ac:chgData name="NAOISE O LOUGHLIN - STUDENT" userId="5a51fffa-c338-44eb-8c61-ba01f9054679" providerId="ADAL" clId="{5E5C5813-00E0-4BA3-8A1E-7FFCC344EDEF}" dt="2026-04-27T18:06:32.288" v="3838" actId="931"/>
          <ac:picMkLst>
            <pc:docMk/>
            <pc:sldMk cId="459973236" sldId="266"/>
            <ac:picMk id="5" creationId="{C6B6F22A-5B86-C10B-E74A-7EFFE85019E7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1C8E16-9DEF-4C76-A2A1-FF9547E1A30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C9B36F32-B4D6-4643-90F8-5A8DDB747EE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All planned features fully implemented and validated across the system.</a:t>
          </a:r>
          <a:endParaRPr lang="en-US" dirty="0"/>
        </a:p>
      </dgm:t>
    </dgm:pt>
    <dgm:pt modelId="{EB96492B-0270-4266-B4D6-E1ECF788E40F}" type="parTrans" cxnId="{E7CAB44C-F8C5-4B78-8538-F89920497DA4}">
      <dgm:prSet/>
      <dgm:spPr/>
      <dgm:t>
        <a:bodyPr/>
        <a:lstStyle/>
        <a:p>
          <a:endParaRPr lang="en-US"/>
        </a:p>
      </dgm:t>
    </dgm:pt>
    <dgm:pt modelId="{78E96580-B3E1-4BF9-8D3B-451D933EA61B}" type="sibTrans" cxnId="{E7CAB44C-F8C5-4B78-8538-F89920497DA4}">
      <dgm:prSet/>
      <dgm:spPr/>
      <dgm:t>
        <a:bodyPr/>
        <a:lstStyle/>
        <a:p>
          <a:endParaRPr lang="en-US"/>
        </a:p>
      </dgm:t>
    </dgm:pt>
    <dgm:pt modelId="{0E3F602F-4FC0-4608-BB13-83E25239E1B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Provides reliable detection of AI‑generated content in real‑world scenarios.</a:t>
          </a:r>
          <a:endParaRPr lang="en-US"/>
        </a:p>
      </dgm:t>
    </dgm:pt>
    <dgm:pt modelId="{D01DB464-BB2A-4798-A6F2-14B59E116E6C}" type="parTrans" cxnId="{31E9999B-944E-4B9F-B182-DE8EB8BBC607}">
      <dgm:prSet/>
      <dgm:spPr/>
      <dgm:t>
        <a:bodyPr/>
        <a:lstStyle/>
        <a:p>
          <a:endParaRPr lang="en-US"/>
        </a:p>
      </dgm:t>
    </dgm:pt>
    <dgm:pt modelId="{078CC558-BF6D-4D93-8898-1A982D679C4E}" type="sibTrans" cxnId="{31E9999B-944E-4B9F-B182-DE8EB8BBC607}">
      <dgm:prSet/>
      <dgm:spPr/>
      <dgm:t>
        <a:bodyPr/>
        <a:lstStyle/>
        <a:p>
          <a:endParaRPr lang="en-US"/>
        </a:p>
      </dgm:t>
    </dgm:pt>
    <dgm:pt modelId="{5DC9EF12-4338-4554-9320-71352D0600B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PixelProbe is now a complete and scalable AI-Image Detection system.</a:t>
          </a:r>
          <a:endParaRPr lang="en-IE"/>
        </a:p>
      </dgm:t>
    </dgm:pt>
    <dgm:pt modelId="{B03AB508-16AD-43BA-AC3E-BD3F1C68BDE6}" type="parTrans" cxnId="{97F5B77E-4F14-47D2-974F-334AD85B6FFF}">
      <dgm:prSet/>
      <dgm:spPr/>
      <dgm:t>
        <a:bodyPr/>
        <a:lstStyle/>
        <a:p>
          <a:endParaRPr lang="en-IE"/>
        </a:p>
      </dgm:t>
    </dgm:pt>
    <dgm:pt modelId="{CFF2FCEE-689D-42C2-BD1A-7353AD8EE3C8}" type="sibTrans" cxnId="{97F5B77E-4F14-47D2-974F-334AD85B6FFF}">
      <dgm:prSet/>
      <dgm:spPr/>
      <dgm:t>
        <a:bodyPr/>
        <a:lstStyle/>
        <a:p>
          <a:endParaRPr lang="en-IE"/>
        </a:p>
      </dgm:t>
    </dgm:pt>
    <dgm:pt modelId="{D6D81465-CFCE-46D1-9A07-6AD218CB3CEC}" type="pres">
      <dgm:prSet presAssocID="{8C1C8E16-9DEF-4C76-A2A1-FF9547E1A304}" presName="root" presStyleCnt="0">
        <dgm:presLayoutVars>
          <dgm:dir/>
          <dgm:resizeHandles val="exact"/>
        </dgm:presLayoutVars>
      </dgm:prSet>
      <dgm:spPr/>
    </dgm:pt>
    <dgm:pt modelId="{C7803B93-5275-4F99-88C5-7AA4B17F5F86}" type="pres">
      <dgm:prSet presAssocID="{C9B36F32-B4D6-4643-90F8-5A8DDB747EE1}" presName="compNode" presStyleCnt="0"/>
      <dgm:spPr/>
    </dgm:pt>
    <dgm:pt modelId="{8CE628C8-D542-43E5-9DFF-B3F690DDF184}" type="pres">
      <dgm:prSet presAssocID="{C9B36F32-B4D6-4643-90F8-5A8DDB747EE1}" presName="bgRect" presStyleLbl="bgShp" presStyleIdx="0" presStyleCnt="3"/>
      <dgm:spPr/>
    </dgm:pt>
    <dgm:pt modelId="{A230FDE5-6163-44F8-8C95-61B1998C0D47}" type="pres">
      <dgm:prSet presAssocID="{C9B36F32-B4D6-4643-90F8-5A8DDB747EE1}" presName="iconRect" presStyleLbl="node1" presStyleIdx="0" presStyleCnt="3"/>
      <dgm:spPr>
        <a:blipFill>
          <a:blip xmlns:r="http://schemas.openxmlformats.org/officeDocument/2006/relationships">
            <a:biLevel thresh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50122816-9645-4A7F-9200-5030ED88859B}" type="pres">
      <dgm:prSet presAssocID="{C9B36F32-B4D6-4643-90F8-5A8DDB747EE1}" presName="spaceRect" presStyleCnt="0"/>
      <dgm:spPr/>
    </dgm:pt>
    <dgm:pt modelId="{864DC9D8-00C1-4E29-B801-6FC05B6DCF11}" type="pres">
      <dgm:prSet presAssocID="{C9B36F32-B4D6-4643-90F8-5A8DDB747EE1}" presName="parTx" presStyleLbl="revTx" presStyleIdx="0" presStyleCnt="3">
        <dgm:presLayoutVars>
          <dgm:chMax val="0"/>
          <dgm:chPref val="0"/>
        </dgm:presLayoutVars>
      </dgm:prSet>
      <dgm:spPr/>
    </dgm:pt>
    <dgm:pt modelId="{FA31EF19-C284-455F-B487-9232EE26A6AA}" type="pres">
      <dgm:prSet presAssocID="{78E96580-B3E1-4BF9-8D3B-451D933EA61B}" presName="sibTrans" presStyleCnt="0"/>
      <dgm:spPr/>
    </dgm:pt>
    <dgm:pt modelId="{98B596D1-9239-419B-A9B9-7D6E90E88D10}" type="pres">
      <dgm:prSet presAssocID="{0E3F602F-4FC0-4608-BB13-83E25239E1B9}" presName="compNode" presStyleCnt="0"/>
      <dgm:spPr/>
    </dgm:pt>
    <dgm:pt modelId="{594B9DB6-1A2D-42E6-ACCF-DFF4561D2224}" type="pres">
      <dgm:prSet presAssocID="{0E3F602F-4FC0-4608-BB13-83E25239E1B9}" presName="bgRect" presStyleLbl="bgShp" presStyleIdx="1" presStyleCnt="3" custLinFactNeighborX="0" custLinFactNeighborY="1535"/>
      <dgm:spPr/>
    </dgm:pt>
    <dgm:pt modelId="{B813D196-1039-4FC0-8581-5526219C8038}" type="pres">
      <dgm:prSet presAssocID="{0E3F602F-4FC0-4608-BB13-83E25239E1B9}" presName="iconRect" presStyleLbl="node1" presStyleIdx="1" presStyleCnt="3"/>
      <dgm:spPr>
        <a:blipFill>
          <a:blip xmlns:r="http://schemas.openxmlformats.org/officeDocument/2006/relationships">
            <a:biLevel thresh="2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nline Network with solid fill"/>
        </a:ext>
      </dgm:extLst>
    </dgm:pt>
    <dgm:pt modelId="{33A52EDE-5380-45BB-AD0A-EDD2C1FC005A}" type="pres">
      <dgm:prSet presAssocID="{0E3F602F-4FC0-4608-BB13-83E25239E1B9}" presName="spaceRect" presStyleCnt="0"/>
      <dgm:spPr/>
    </dgm:pt>
    <dgm:pt modelId="{4BC4D02A-2AE6-4B3D-8306-D347408FFFEE}" type="pres">
      <dgm:prSet presAssocID="{0E3F602F-4FC0-4608-BB13-83E25239E1B9}" presName="parTx" presStyleLbl="revTx" presStyleIdx="1" presStyleCnt="3">
        <dgm:presLayoutVars>
          <dgm:chMax val="0"/>
          <dgm:chPref val="0"/>
        </dgm:presLayoutVars>
      </dgm:prSet>
      <dgm:spPr/>
    </dgm:pt>
    <dgm:pt modelId="{9CE3030B-C42E-4021-A0BD-971BCF794FDA}" type="pres">
      <dgm:prSet presAssocID="{078CC558-BF6D-4D93-8898-1A982D679C4E}" presName="sibTrans" presStyleCnt="0"/>
      <dgm:spPr/>
    </dgm:pt>
    <dgm:pt modelId="{B7C073D0-7052-4041-B527-9E0375E46023}" type="pres">
      <dgm:prSet presAssocID="{5DC9EF12-4338-4554-9320-71352D0600B4}" presName="compNode" presStyleCnt="0"/>
      <dgm:spPr/>
    </dgm:pt>
    <dgm:pt modelId="{D3137F30-5080-463B-818A-B16686BDAEBA}" type="pres">
      <dgm:prSet presAssocID="{5DC9EF12-4338-4554-9320-71352D0600B4}" presName="bgRect" presStyleLbl="bgShp" presStyleIdx="2" presStyleCnt="3"/>
      <dgm:spPr/>
    </dgm:pt>
    <dgm:pt modelId="{F0963B55-FF24-4450-9DB8-46D8032B51F1}" type="pres">
      <dgm:prSet presAssocID="{5DC9EF12-4338-4554-9320-71352D0600B4}" presName="iconRect" presStyleLbl="node1" presStyleIdx="2" presStyleCnt="3"/>
      <dgm:spPr>
        <a:blipFill>
          <a:blip xmlns:r="http://schemas.openxmlformats.org/officeDocument/2006/relationships" r:embed="rId3">
            <a:duotone>
              <a:schemeClr val="accent4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4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  <a:ln>
          <a:noFill/>
        </a:ln>
      </dgm:spPr>
    </dgm:pt>
    <dgm:pt modelId="{DEFCB0DC-7130-4C70-81BB-937916951E39}" type="pres">
      <dgm:prSet presAssocID="{5DC9EF12-4338-4554-9320-71352D0600B4}" presName="spaceRect" presStyleCnt="0"/>
      <dgm:spPr/>
    </dgm:pt>
    <dgm:pt modelId="{74471D18-832E-4BB0-B309-8718F071B6D3}" type="pres">
      <dgm:prSet presAssocID="{5DC9EF12-4338-4554-9320-71352D0600B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FE06A0F-4148-40AA-8EFA-CA82EEF5D0E4}" type="presOf" srcId="{8C1C8E16-9DEF-4C76-A2A1-FF9547E1A304}" destId="{D6D81465-CFCE-46D1-9A07-6AD218CB3CEC}" srcOrd="0" destOrd="0" presId="urn:microsoft.com/office/officeart/2018/2/layout/IconVerticalSolidList"/>
    <dgm:cxn modelId="{E7CAB44C-F8C5-4B78-8538-F89920497DA4}" srcId="{8C1C8E16-9DEF-4C76-A2A1-FF9547E1A304}" destId="{C9B36F32-B4D6-4643-90F8-5A8DDB747EE1}" srcOrd="0" destOrd="0" parTransId="{EB96492B-0270-4266-B4D6-E1ECF788E40F}" sibTransId="{78E96580-B3E1-4BF9-8D3B-451D933EA61B}"/>
    <dgm:cxn modelId="{97F5B77E-4F14-47D2-974F-334AD85B6FFF}" srcId="{8C1C8E16-9DEF-4C76-A2A1-FF9547E1A304}" destId="{5DC9EF12-4338-4554-9320-71352D0600B4}" srcOrd="2" destOrd="0" parTransId="{B03AB508-16AD-43BA-AC3E-BD3F1C68BDE6}" sibTransId="{CFF2FCEE-689D-42C2-BD1A-7353AD8EE3C8}"/>
    <dgm:cxn modelId="{EA1CC67E-8B80-4763-8370-7BB1B1D61CEB}" type="presOf" srcId="{5DC9EF12-4338-4554-9320-71352D0600B4}" destId="{74471D18-832E-4BB0-B309-8718F071B6D3}" srcOrd="0" destOrd="0" presId="urn:microsoft.com/office/officeart/2018/2/layout/IconVerticalSolidList"/>
    <dgm:cxn modelId="{02DF8E84-8BB7-41F1-AA85-2491B53634FC}" type="presOf" srcId="{C9B36F32-B4D6-4643-90F8-5A8DDB747EE1}" destId="{864DC9D8-00C1-4E29-B801-6FC05B6DCF11}" srcOrd="0" destOrd="0" presId="urn:microsoft.com/office/officeart/2018/2/layout/IconVerticalSolidList"/>
    <dgm:cxn modelId="{31E9999B-944E-4B9F-B182-DE8EB8BBC607}" srcId="{8C1C8E16-9DEF-4C76-A2A1-FF9547E1A304}" destId="{0E3F602F-4FC0-4608-BB13-83E25239E1B9}" srcOrd="1" destOrd="0" parTransId="{D01DB464-BB2A-4798-A6F2-14B59E116E6C}" sibTransId="{078CC558-BF6D-4D93-8898-1A982D679C4E}"/>
    <dgm:cxn modelId="{9AB781C6-9D3C-4C0E-9527-AB87E44F3F2F}" type="presOf" srcId="{0E3F602F-4FC0-4608-BB13-83E25239E1B9}" destId="{4BC4D02A-2AE6-4B3D-8306-D347408FFFEE}" srcOrd="0" destOrd="0" presId="urn:microsoft.com/office/officeart/2018/2/layout/IconVerticalSolidList"/>
    <dgm:cxn modelId="{31DB6554-C7C8-4FF1-AE16-5479F9FA4079}" type="presParOf" srcId="{D6D81465-CFCE-46D1-9A07-6AD218CB3CEC}" destId="{C7803B93-5275-4F99-88C5-7AA4B17F5F86}" srcOrd="0" destOrd="0" presId="urn:microsoft.com/office/officeart/2018/2/layout/IconVerticalSolidList"/>
    <dgm:cxn modelId="{F8AEFFD8-F5E1-4133-B3D6-73EBE60F5FC3}" type="presParOf" srcId="{C7803B93-5275-4F99-88C5-7AA4B17F5F86}" destId="{8CE628C8-D542-43E5-9DFF-B3F690DDF184}" srcOrd="0" destOrd="0" presId="urn:microsoft.com/office/officeart/2018/2/layout/IconVerticalSolidList"/>
    <dgm:cxn modelId="{E2A39249-FCAB-43D6-BE86-C2EB08ED9419}" type="presParOf" srcId="{C7803B93-5275-4F99-88C5-7AA4B17F5F86}" destId="{A230FDE5-6163-44F8-8C95-61B1998C0D47}" srcOrd="1" destOrd="0" presId="urn:microsoft.com/office/officeart/2018/2/layout/IconVerticalSolidList"/>
    <dgm:cxn modelId="{101E0902-A860-49B9-AA27-9105B3D7409C}" type="presParOf" srcId="{C7803B93-5275-4F99-88C5-7AA4B17F5F86}" destId="{50122816-9645-4A7F-9200-5030ED88859B}" srcOrd="2" destOrd="0" presId="urn:microsoft.com/office/officeart/2018/2/layout/IconVerticalSolidList"/>
    <dgm:cxn modelId="{7AFB20F5-D9E0-4F08-A987-14AC6088F5AE}" type="presParOf" srcId="{C7803B93-5275-4F99-88C5-7AA4B17F5F86}" destId="{864DC9D8-00C1-4E29-B801-6FC05B6DCF11}" srcOrd="3" destOrd="0" presId="urn:microsoft.com/office/officeart/2018/2/layout/IconVerticalSolidList"/>
    <dgm:cxn modelId="{20597B09-22CB-458C-A9AF-B7763BFA4AB2}" type="presParOf" srcId="{D6D81465-CFCE-46D1-9A07-6AD218CB3CEC}" destId="{FA31EF19-C284-455F-B487-9232EE26A6AA}" srcOrd="1" destOrd="0" presId="urn:microsoft.com/office/officeart/2018/2/layout/IconVerticalSolidList"/>
    <dgm:cxn modelId="{B8C4583F-D363-4832-9844-200E872745ED}" type="presParOf" srcId="{D6D81465-CFCE-46D1-9A07-6AD218CB3CEC}" destId="{98B596D1-9239-419B-A9B9-7D6E90E88D10}" srcOrd="2" destOrd="0" presId="urn:microsoft.com/office/officeart/2018/2/layout/IconVerticalSolidList"/>
    <dgm:cxn modelId="{B46669B8-8633-4C4E-98D1-37389965058F}" type="presParOf" srcId="{98B596D1-9239-419B-A9B9-7D6E90E88D10}" destId="{594B9DB6-1A2D-42E6-ACCF-DFF4561D2224}" srcOrd="0" destOrd="0" presId="urn:microsoft.com/office/officeart/2018/2/layout/IconVerticalSolidList"/>
    <dgm:cxn modelId="{306BCEA0-214E-463C-B8A0-CDE4094FA6EE}" type="presParOf" srcId="{98B596D1-9239-419B-A9B9-7D6E90E88D10}" destId="{B813D196-1039-4FC0-8581-5526219C8038}" srcOrd="1" destOrd="0" presId="urn:microsoft.com/office/officeart/2018/2/layout/IconVerticalSolidList"/>
    <dgm:cxn modelId="{067E3FB8-6321-442F-927F-8A9B27FE120A}" type="presParOf" srcId="{98B596D1-9239-419B-A9B9-7D6E90E88D10}" destId="{33A52EDE-5380-45BB-AD0A-EDD2C1FC005A}" srcOrd="2" destOrd="0" presId="urn:microsoft.com/office/officeart/2018/2/layout/IconVerticalSolidList"/>
    <dgm:cxn modelId="{09996D25-7023-41D9-A1E0-77BAA89AE26D}" type="presParOf" srcId="{98B596D1-9239-419B-A9B9-7D6E90E88D10}" destId="{4BC4D02A-2AE6-4B3D-8306-D347408FFFEE}" srcOrd="3" destOrd="0" presId="urn:microsoft.com/office/officeart/2018/2/layout/IconVerticalSolidList"/>
    <dgm:cxn modelId="{E6AAC8CC-2BB5-43EA-84ED-DCDC46916330}" type="presParOf" srcId="{D6D81465-CFCE-46D1-9A07-6AD218CB3CEC}" destId="{9CE3030B-C42E-4021-A0BD-971BCF794FDA}" srcOrd="3" destOrd="0" presId="urn:microsoft.com/office/officeart/2018/2/layout/IconVerticalSolidList"/>
    <dgm:cxn modelId="{F3A74E36-10F0-4A69-B1E9-B64E49D9FE53}" type="presParOf" srcId="{D6D81465-CFCE-46D1-9A07-6AD218CB3CEC}" destId="{B7C073D0-7052-4041-B527-9E0375E46023}" srcOrd="4" destOrd="0" presId="urn:microsoft.com/office/officeart/2018/2/layout/IconVerticalSolidList"/>
    <dgm:cxn modelId="{0E3E9E80-A34E-4A3C-A661-FA9854EFF4ED}" type="presParOf" srcId="{B7C073D0-7052-4041-B527-9E0375E46023}" destId="{D3137F30-5080-463B-818A-B16686BDAEBA}" srcOrd="0" destOrd="0" presId="urn:microsoft.com/office/officeart/2018/2/layout/IconVerticalSolidList"/>
    <dgm:cxn modelId="{5EB32A82-A682-4104-A360-479D13FFE88B}" type="presParOf" srcId="{B7C073D0-7052-4041-B527-9E0375E46023}" destId="{F0963B55-FF24-4450-9DB8-46D8032B51F1}" srcOrd="1" destOrd="0" presId="urn:microsoft.com/office/officeart/2018/2/layout/IconVerticalSolidList"/>
    <dgm:cxn modelId="{F388C265-CFB5-4100-91D6-AF0875D82A4F}" type="presParOf" srcId="{B7C073D0-7052-4041-B527-9E0375E46023}" destId="{DEFCB0DC-7130-4C70-81BB-937916951E39}" srcOrd="2" destOrd="0" presId="urn:microsoft.com/office/officeart/2018/2/layout/IconVerticalSolidList"/>
    <dgm:cxn modelId="{E11F93AF-FAC2-4219-BE19-1F3134CBD854}" type="presParOf" srcId="{B7C073D0-7052-4041-B527-9E0375E46023}" destId="{74471D18-832E-4BB0-B309-8718F071B6D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543984-67F1-48D9-A8A9-13967996D34C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178B48C-6BF6-4E8A-99AD-C6CA16C99B8E}">
      <dgm:prSet custT="1"/>
      <dgm:spPr/>
      <dgm:t>
        <a:bodyPr/>
        <a:lstStyle/>
        <a:p>
          <a:pPr>
            <a:defRPr cap="all"/>
          </a:pPr>
          <a:r>
            <a:rPr lang="en-GB" sz="1600" b="1" dirty="0"/>
            <a:t>Video Frame-by-frame detection </a:t>
          </a:r>
          <a:r>
            <a:rPr lang="en-GB" sz="1300" dirty="0"/>
            <a:t>Integrate real-time frame-by-frame detection showing users sections of video that may be tampered with.</a:t>
          </a:r>
          <a:endParaRPr lang="en-US" sz="1300" dirty="0"/>
        </a:p>
      </dgm:t>
    </dgm:pt>
    <dgm:pt modelId="{0F70CE25-6419-415A-9E79-CD65F7756FD1}" type="parTrans" cxnId="{FDA3EDDC-DA39-456F-A137-72FC3C57D89E}">
      <dgm:prSet/>
      <dgm:spPr/>
      <dgm:t>
        <a:bodyPr/>
        <a:lstStyle/>
        <a:p>
          <a:endParaRPr lang="en-US"/>
        </a:p>
      </dgm:t>
    </dgm:pt>
    <dgm:pt modelId="{2AB57208-F9EE-4DA1-923C-629365D2BEC7}" type="sibTrans" cxnId="{FDA3EDDC-DA39-456F-A137-72FC3C57D89E}">
      <dgm:prSet/>
      <dgm:spPr/>
      <dgm:t>
        <a:bodyPr/>
        <a:lstStyle/>
        <a:p>
          <a:endParaRPr lang="en-US"/>
        </a:p>
      </dgm:t>
    </dgm:pt>
    <dgm:pt modelId="{4A3086E6-4A71-4363-B207-C7CBF07D5D47}">
      <dgm:prSet custT="1"/>
      <dgm:spPr/>
      <dgm:t>
        <a:bodyPr/>
        <a:lstStyle/>
        <a:p>
          <a:pPr>
            <a:defRPr cap="all"/>
          </a:pPr>
          <a:r>
            <a:rPr lang="en-GB" sz="1600" b="1" dirty="0"/>
            <a:t>Mobile App Deployment</a:t>
          </a:r>
        </a:p>
        <a:p>
          <a:pPr>
            <a:defRPr cap="all"/>
          </a:pPr>
          <a:r>
            <a:rPr lang="en-GB" sz="1200" dirty="0"/>
            <a:t>A mobile app would make PixelProbe more accessible to users and easier way to verify images on social media.</a:t>
          </a:r>
          <a:endParaRPr lang="en-US" sz="1200" dirty="0"/>
        </a:p>
      </dgm:t>
    </dgm:pt>
    <dgm:pt modelId="{DF7A407C-6DC9-40A4-8A9A-B8E5E39504CF}" type="parTrans" cxnId="{435DE163-7D82-4728-A75C-0979A9F22B95}">
      <dgm:prSet/>
      <dgm:spPr/>
      <dgm:t>
        <a:bodyPr/>
        <a:lstStyle/>
        <a:p>
          <a:endParaRPr lang="en-US"/>
        </a:p>
      </dgm:t>
    </dgm:pt>
    <dgm:pt modelId="{81E1F7D0-EC8D-4730-A0D9-C7180181AD38}" type="sibTrans" cxnId="{435DE163-7D82-4728-A75C-0979A9F22B95}">
      <dgm:prSet/>
      <dgm:spPr/>
      <dgm:t>
        <a:bodyPr/>
        <a:lstStyle/>
        <a:p>
          <a:endParaRPr lang="en-US"/>
        </a:p>
      </dgm:t>
    </dgm:pt>
    <dgm:pt modelId="{99997212-D152-4940-92AE-243AFD3FC0AF}">
      <dgm:prSet custT="1"/>
      <dgm:spPr/>
      <dgm:t>
        <a:bodyPr/>
        <a:lstStyle/>
        <a:p>
          <a:pPr>
            <a:defRPr cap="all"/>
          </a:pPr>
          <a:r>
            <a:rPr lang="en-IE" sz="1600" b="1" dirty="0"/>
            <a:t>Plugins</a:t>
          </a:r>
        </a:p>
        <a:p>
          <a:pPr>
            <a:defRPr cap="all"/>
          </a:pPr>
          <a:r>
            <a:rPr lang="en-IE" sz="1100" dirty="0"/>
            <a:t>Introducing </a:t>
          </a:r>
          <a:r>
            <a:rPr lang="en-IE" sz="1100" dirty="0" err="1"/>
            <a:t>PixelProbe</a:t>
          </a:r>
          <a:r>
            <a:rPr lang="en-IE" sz="1100" dirty="0"/>
            <a:t> as a web or mobile plugin would remove the need for users to download images to their device for inference.</a:t>
          </a:r>
          <a:endParaRPr lang="en-US" sz="1100" dirty="0"/>
        </a:p>
      </dgm:t>
    </dgm:pt>
    <dgm:pt modelId="{325D625E-C498-4E04-8E57-824119DC4C1D}" type="parTrans" cxnId="{948C5050-60D9-4253-9A13-184360C8C12F}">
      <dgm:prSet/>
      <dgm:spPr/>
      <dgm:t>
        <a:bodyPr/>
        <a:lstStyle/>
        <a:p>
          <a:endParaRPr lang="en-US"/>
        </a:p>
      </dgm:t>
    </dgm:pt>
    <dgm:pt modelId="{740E78E8-DD7B-4AA0-ABA8-D4218AD4E242}" type="sibTrans" cxnId="{948C5050-60D9-4253-9A13-184360C8C12F}">
      <dgm:prSet/>
      <dgm:spPr/>
      <dgm:t>
        <a:bodyPr/>
        <a:lstStyle/>
        <a:p>
          <a:endParaRPr lang="en-US"/>
        </a:p>
      </dgm:t>
    </dgm:pt>
    <dgm:pt modelId="{DB7BC84D-6F93-488F-90B2-C307E2C4402A}" type="pres">
      <dgm:prSet presAssocID="{62543984-67F1-48D9-A8A9-13967996D34C}" presName="root" presStyleCnt="0">
        <dgm:presLayoutVars>
          <dgm:dir/>
          <dgm:resizeHandles val="exact"/>
        </dgm:presLayoutVars>
      </dgm:prSet>
      <dgm:spPr/>
    </dgm:pt>
    <dgm:pt modelId="{1B022540-7832-43F4-A98A-9B65C8856B24}" type="pres">
      <dgm:prSet presAssocID="{F178B48C-6BF6-4E8A-99AD-C6CA16C99B8E}" presName="compNode" presStyleCnt="0"/>
      <dgm:spPr/>
    </dgm:pt>
    <dgm:pt modelId="{E3C16354-109B-450B-B0A5-632CF610C57B}" type="pres">
      <dgm:prSet presAssocID="{F178B48C-6BF6-4E8A-99AD-C6CA16C99B8E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F3B1231D-D7A6-4CB2-B12A-A05320A3AD35}" type="pres">
      <dgm:prSet presAssocID="{F178B48C-6BF6-4E8A-99AD-C6CA16C99B8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"/>
        </a:ext>
      </dgm:extLst>
    </dgm:pt>
    <dgm:pt modelId="{346948FC-C492-4053-9A10-EC3E4B48BC1B}" type="pres">
      <dgm:prSet presAssocID="{F178B48C-6BF6-4E8A-99AD-C6CA16C99B8E}" presName="spaceRect" presStyleCnt="0"/>
      <dgm:spPr/>
    </dgm:pt>
    <dgm:pt modelId="{861BCCDF-5280-45D6-8A7F-BE7F27F6EA51}" type="pres">
      <dgm:prSet presAssocID="{F178B48C-6BF6-4E8A-99AD-C6CA16C99B8E}" presName="textRect" presStyleLbl="revTx" presStyleIdx="0" presStyleCnt="3">
        <dgm:presLayoutVars>
          <dgm:chMax val="1"/>
          <dgm:chPref val="1"/>
        </dgm:presLayoutVars>
      </dgm:prSet>
      <dgm:spPr/>
    </dgm:pt>
    <dgm:pt modelId="{D9CC577C-DA5F-44E1-8D81-6904B7D67206}" type="pres">
      <dgm:prSet presAssocID="{2AB57208-F9EE-4DA1-923C-629365D2BEC7}" presName="sibTrans" presStyleCnt="0"/>
      <dgm:spPr/>
    </dgm:pt>
    <dgm:pt modelId="{66F7183D-2FEF-4FE5-B262-25D1E7911398}" type="pres">
      <dgm:prSet presAssocID="{4A3086E6-4A71-4363-B207-C7CBF07D5D47}" presName="compNode" presStyleCnt="0"/>
      <dgm:spPr/>
    </dgm:pt>
    <dgm:pt modelId="{C8A7FBCE-4045-4B9F-ABDB-B2CE0B0169D3}" type="pres">
      <dgm:prSet presAssocID="{4A3086E6-4A71-4363-B207-C7CBF07D5D47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E32E187-24E4-43DD-86EF-56B9F6A4622D}" type="pres">
      <dgm:prSet presAssocID="{4A3086E6-4A71-4363-B207-C7CBF07D5D4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206946EC-DCDB-4732-9F75-70AF01D6F69B}" type="pres">
      <dgm:prSet presAssocID="{4A3086E6-4A71-4363-B207-C7CBF07D5D47}" presName="spaceRect" presStyleCnt="0"/>
      <dgm:spPr/>
    </dgm:pt>
    <dgm:pt modelId="{8A2083EA-029D-475B-B178-1BFB7C8FF0FD}" type="pres">
      <dgm:prSet presAssocID="{4A3086E6-4A71-4363-B207-C7CBF07D5D47}" presName="textRect" presStyleLbl="revTx" presStyleIdx="1" presStyleCnt="3">
        <dgm:presLayoutVars>
          <dgm:chMax val="1"/>
          <dgm:chPref val="1"/>
        </dgm:presLayoutVars>
      </dgm:prSet>
      <dgm:spPr/>
    </dgm:pt>
    <dgm:pt modelId="{5F28AFF2-98AD-44BF-810D-9F724C113549}" type="pres">
      <dgm:prSet presAssocID="{81E1F7D0-EC8D-4730-A0D9-C7180181AD38}" presName="sibTrans" presStyleCnt="0"/>
      <dgm:spPr/>
    </dgm:pt>
    <dgm:pt modelId="{F143FDC3-0FBB-4033-92DF-4E50F363E8B4}" type="pres">
      <dgm:prSet presAssocID="{99997212-D152-4940-92AE-243AFD3FC0AF}" presName="compNode" presStyleCnt="0"/>
      <dgm:spPr/>
    </dgm:pt>
    <dgm:pt modelId="{41464333-764F-4484-B2BE-C82B1C99B23A}" type="pres">
      <dgm:prSet presAssocID="{99997212-D152-4940-92AE-243AFD3FC0AF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D1F96D8-7679-44EE-8AAC-29C084D8CB2B}" type="pres">
      <dgm:prSet presAssocID="{99997212-D152-4940-92AE-243AFD3FC0A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B"/>
        </a:ext>
      </dgm:extLst>
    </dgm:pt>
    <dgm:pt modelId="{01530FE6-E3F7-48BA-B4AF-C525BF84ED24}" type="pres">
      <dgm:prSet presAssocID="{99997212-D152-4940-92AE-243AFD3FC0AF}" presName="spaceRect" presStyleCnt="0"/>
      <dgm:spPr/>
    </dgm:pt>
    <dgm:pt modelId="{20E8F23B-7426-418C-84BB-B2776B2D05EA}" type="pres">
      <dgm:prSet presAssocID="{99997212-D152-4940-92AE-243AFD3FC0A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03A970B-4F05-49BC-87B0-F5BA566F808D}" type="presOf" srcId="{99997212-D152-4940-92AE-243AFD3FC0AF}" destId="{20E8F23B-7426-418C-84BB-B2776B2D05EA}" srcOrd="0" destOrd="0" presId="urn:microsoft.com/office/officeart/2018/5/layout/IconLeafLabelList"/>
    <dgm:cxn modelId="{6D089139-2F4C-40EE-BB6C-E114FB801CDE}" type="presOf" srcId="{4A3086E6-4A71-4363-B207-C7CBF07D5D47}" destId="{8A2083EA-029D-475B-B178-1BFB7C8FF0FD}" srcOrd="0" destOrd="0" presId="urn:microsoft.com/office/officeart/2018/5/layout/IconLeafLabelList"/>
    <dgm:cxn modelId="{02F5DB5D-133E-448C-AD43-6620ABE5AA05}" type="presOf" srcId="{F178B48C-6BF6-4E8A-99AD-C6CA16C99B8E}" destId="{861BCCDF-5280-45D6-8A7F-BE7F27F6EA51}" srcOrd="0" destOrd="0" presId="urn:microsoft.com/office/officeart/2018/5/layout/IconLeafLabelList"/>
    <dgm:cxn modelId="{435DE163-7D82-4728-A75C-0979A9F22B95}" srcId="{62543984-67F1-48D9-A8A9-13967996D34C}" destId="{4A3086E6-4A71-4363-B207-C7CBF07D5D47}" srcOrd="1" destOrd="0" parTransId="{DF7A407C-6DC9-40A4-8A9A-B8E5E39504CF}" sibTransId="{81E1F7D0-EC8D-4730-A0D9-C7180181AD38}"/>
    <dgm:cxn modelId="{948C5050-60D9-4253-9A13-184360C8C12F}" srcId="{62543984-67F1-48D9-A8A9-13967996D34C}" destId="{99997212-D152-4940-92AE-243AFD3FC0AF}" srcOrd="2" destOrd="0" parTransId="{325D625E-C498-4E04-8E57-824119DC4C1D}" sibTransId="{740E78E8-DD7B-4AA0-ABA8-D4218AD4E242}"/>
    <dgm:cxn modelId="{2FBF80C1-CC74-422B-949D-37128164D921}" type="presOf" srcId="{62543984-67F1-48D9-A8A9-13967996D34C}" destId="{DB7BC84D-6F93-488F-90B2-C307E2C4402A}" srcOrd="0" destOrd="0" presId="urn:microsoft.com/office/officeart/2018/5/layout/IconLeafLabelList"/>
    <dgm:cxn modelId="{FDA3EDDC-DA39-456F-A137-72FC3C57D89E}" srcId="{62543984-67F1-48D9-A8A9-13967996D34C}" destId="{F178B48C-6BF6-4E8A-99AD-C6CA16C99B8E}" srcOrd="0" destOrd="0" parTransId="{0F70CE25-6419-415A-9E79-CD65F7756FD1}" sibTransId="{2AB57208-F9EE-4DA1-923C-629365D2BEC7}"/>
    <dgm:cxn modelId="{B84B7CB5-0009-4379-900D-7F01798812B2}" type="presParOf" srcId="{DB7BC84D-6F93-488F-90B2-C307E2C4402A}" destId="{1B022540-7832-43F4-A98A-9B65C8856B24}" srcOrd="0" destOrd="0" presId="urn:microsoft.com/office/officeart/2018/5/layout/IconLeafLabelList"/>
    <dgm:cxn modelId="{3DA4243D-CF4A-4770-B11C-F29BD815F41F}" type="presParOf" srcId="{1B022540-7832-43F4-A98A-9B65C8856B24}" destId="{E3C16354-109B-450B-B0A5-632CF610C57B}" srcOrd="0" destOrd="0" presId="urn:microsoft.com/office/officeart/2018/5/layout/IconLeafLabelList"/>
    <dgm:cxn modelId="{D1528B1C-39B5-4BC0-9547-2B934FED064C}" type="presParOf" srcId="{1B022540-7832-43F4-A98A-9B65C8856B24}" destId="{F3B1231D-D7A6-4CB2-B12A-A05320A3AD35}" srcOrd="1" destOrd="0" presId="urn:microsoft.com/office/officeart/2018/5/layout/IconLeafLabelList"/>
    <dgm:cxn modelId="{D8AC8F14-2861-4AAD-8C57-EB5E3EDD0640}" type="presParOf" srcId="{1B022540-7832-43F4-A98A-9B65C8856B24}" destId="{346948FC-C492-4053-9A10-EC3E4B48BC1B}" srcOrd="2" destOrd="0" presId="urn:microsoft.com/office/officeart/2018/5/layout/IconLeafLabelList"/>
    <dgm:cxn modelId="{A7014020-C503-4CB7-B0DF-856BB5CB3475}" type="presParOf" srcId="{1B022540-7832-43F4-A98A-9B65C8856B24}" destId="{861BCCDF-5280-45D6-8A7F-BE7F27F6EA51}" srcOrd="3" destOrd="0" presId="urn:microsoft.com/office/officeart/2018/5/layout/IconLeafLabelList"/>
    <dgm:cxn modelId="{84B630E4-1A31-4369-81F3-419C3415CA3E}" type="presParOf" srcId="{DB7BC84D-6F93-488F-90B2-C307E2C4402A}" destId="{D9CC577C-DA5F-44E1-8D81-6904B7D67206}" srcOrd="1" destOrd="0" presId="urn:microsoft.com/office/officeart/2018/5/layout/IconLeafLabelList"/>
    <dgm:cxn modelId="{F0F37856-B541-4360-9125-3494F15305C7}" type="presParOf" srcId="{DB7BC84D-6F93-488F-90B2-C307E2C4402A}" destId="{66F7183D-2FEF-4FE5-B262-25D1E7911398}" srcOrd="2" destOrd="0" presId="urn:microsoft.com/office/officeart/2018/5/layout/IconLeafLabelList"/>
    <dgm:cxn modelId="{D0D075C2-9ACA-4292-BC39-28F1EFCFBDA4}" type="presParOf" srcId="{66F7183D-2FEF-4FE5-B262-25D1E7911398}" destId="{C8A7FBCE-4045-4B9F-ABDB-B2CE0B0169D3}" srcOrd="0" destOrd="0" presId="urn:microsoft.com/office/officeart/2018/5/layout/IconLeafLabelList"/>
    <dgm:cxn modelId="{331C1C75-D771-4231-A968-66032FB48315}" type="presParOf" srcId="{66F7183D-2FEF-4FE5-B262-25D1E7911398}" destId="{AE32E187-24E4-43DD-86EF-56B9F6A4622D}" srcOrd="1" destOrd="0" presId="urn:microsoft.com/office/officeart/2018/5/layout/IconLeafLabelList"/>
    <dgm:cxn modelId="{36FF17E7-C8D0-4717-853B-F003A5F913A9}" type="presParOf" srcId="{66F7183D-2FEF-4FE5-B262-25D1E7911398}" destId="{206946EC-DCDB-4732-9F75-70AF01D6F69B}" srcOrd="2" destOrd="0" presId="urn:microsoft.com/office/officeart/2018/5/layout/IconLeafLabelList"/>
    <dgm:cxn modelId="{09538B93-F916-4599-B3E9-04D98E74EA45}" type="presParOf" srcId="{66F7183D-2FEF-4FE5-B262-25D1E7911398}" destId="{8A2083EA-029D-475B-B178-1BFB7C8FF0FD}" srcOrd="3" destOrd="0" presId="urn:microsoft.com/office/officeart/2018/5/layout/IconLeafLabelList"/>
    <dgm:cxn modelId="{9B898485-4241-43E7-B943-A694178C5DD6}" type="presParOf" srcId="{DB7BC84D-6F93-488F-90B2-C307E2C4402A}" destId="{5F28AFF2-98AD-44BF-810D-9F724C113549}" srcOrd="3" destOrd="0" presId="urn:microsoft.com/office/officeart/2018/5/layout/IconLeafLabelList"/>
    <dgm:cxn modelId="{D094A73F-ACD8-410B-B778-C666D01F398A}" type="presParOf" srcId="{DB7BC84D-6F93-488F-90B2-C307E2C4402A}" destId="{F143FDC3-0FBB-4033-92DF-4E50F363E8B4}" srcOrd="4" destOrd="0" presId="urn:microsoft.com/office/officeart/2018/5/layout/IconLeafLabelList"/>
    <dgm:cxn modelId="{ED55AC9A-E7CA-4978-8E62-CEF4CA62E1C5}" type="presParOf" srcId="{F143FDC3-0FBB-4033-92DF-4E50F363E8B4}" destId="{41464333-764F-4484-B2BE-C82B1C99B23A}" srcOrd="0" destOrd="0" presId="urn:microsoft.com/office/officeart/2018/5/layout/IconLeafLabelList"/>
    <dgm:cxn modelId="{F56C4E90-7435-4C00-B272-60D071D1E402}" type="presParOf" srcId="{F143FDC3-0FBB-4033-92DF-4E50F363E8B4}" destId="{8D1F96D8-7679-44EE-8AAC-29C084D8CB2B}" srcOrd="1" destOrd="0" presId="urn:microsoft.com/office/officeart/2018/5/layout/IconLeafLabelList"/>
    <dgm:cxn modelId="{787EF279-F54D-425F-8249-A0E4F2B22108}" type="presParOf" srcId="{F143FDC3-0FBB-4033-92DF-4E50F363E8B4}" destId="{01530FE6-E3F7-48BA-B4AF-C525BF84ED24}" srcOrd="2" destOrd="0" presId="urn:microsoft.com/office/officeart/2018/5/layout/IconLeafLabelList"/>
    <dgm:cxn modelId="{78954D7B-4FFE-4C8A-B4D2-77744DEEEE50}" type="presParOf" srcId="{F143FDC3-0FBB-4033-92DF-4E50F363E8B4}" destId="{20E8F23B-7426-418C-84BB-B2776B2D05EA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E628C8-D542-43E5-9DFF-B3F690DDF184}">
      <dsp:nvSpPr>
        <dsp:cNvPr id="0" name=""/>
        <dsp:cNvSpPr/>
      </dsp:nvSpPr>
      <dsp:spPr>
        <a:xfrm>
          <a:off x="0" y="383"/>
          <a:ext cx="9906000" cy="89770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30FDE5-6163-44F8-8C95-61B1998C0D47}">
      <dsp:nvSpPr>
        <dsp:cNvPr id="0" name=""/>
        <dsp:cNvSpPr/>
      </dsp:nvSpPr>
      <dsp:spPr>
        <a:xfrm>
          <a:off x="271554" y="202366"/>
          <a:ext cx="493735" cy="493735"/>
        </a:xfrm>
        <a:prstGeom prst="rect">
          <a:avLst/>
        </a:prstGeom>
        <a:blipFill>
          <a:blip xmlns:r="http://schemas.openxmlformats.org/officeDocument/2006/relationships">
            <a:biLevel thresh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4DC9D8-00C1-4E29-B801-6FC05B6DCF11}">
      <dsp:nvSpPr>
        <dsp:cNvPr id="0" name=""/>
        <dsp:cNvSpPr/>
      </dsp:nvSpPr>
      <dsp:spPr>
        <a:xfrm>
          <a:off x="1036844" y="383"/>
          <a:ext cx="8869155" cy="897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007" tIns="95007" rIns="95007" bIns="9500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All planned features fully implemented and validated across the system.</a:t>
          </a:r>
          <a:endParaRPr lang="en-US" sz="2500" kern="1200" dirty="0"/>
        </a:p>
      </dsp:txBody>
      <dsp:txXfrm>
        <a:off x="1036844" y="383"/>
        <a:ext cx="8869155" cy="897701"/>
      </dsp:txXfrm>
    </dsp:sp>
    <dsp:sp modelId="{594B9DB6-1A2D-42E6-ACCF-DFF4561D2224}">
      <dsp:nvSpPr>
        <dsp:cNvPr id="0" name=""/>
        <dsp:cNvSpPr/>
      </dsp:nvSpPr>
      <dsp:spPr>
        <a:xfrm>
          <a:off x="0" y="1136289"/>
          <a:ext cx="9906000" cy="89770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13D196-1039-4FC0-8581-5526219C8038}">
      <dsp:nvSpPr>
        <dsp:cNvPr id="0" name=""/>
        <dsp:cNvSpPr/>
      </dsp:nvSpPr>
      <dsp:spPr>
        <a:xfrm>
          <a:off x="271554" y="1324492"/>
          <a:ext cx="493735" cy="493735"/>
        </a:xfrm>
        <a:prstGeom prst="rect">
          <a:avLst/>
        </a:prstGeom>
        <a:blipFill>
          <a:blip xmlns:r="http://schemas.openxmlformats.org/officeDocument/2006/relationships">
            <a:biLevel thresh="2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C4D02A-2AE6-4B3D-8306-D347408FFFEE}">
      <dsp:nvSpPr>
        <dsp:cNvPr id="0" name=""/>
        <dsp:cNvSpPr/>
      </dsp:nvSpPr>
      <dsp:spPr>
        <a:xfrm>
          <a:off x="1036844" y="1122509"/>
          <a:ext cx="8869155" cy="897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007" tIns="95007" rIns="95007" bIns="9500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Provides reliable detection of AI‑generated content in real‑world scenarios.</a:t>
          </a:r>
          <a:endParaRPr lang="en-US" sz="2500" kern="1200"/>
        </a:p>
      </dsp:txBody>
      <dsp:txXfrm>
        <a:off x="1036844" y="1122509"/>
        <a:ext cx="8869155" cy="897701"/>
      </dsp:txXfrm>
    </dsp:sp>
    <dsp:sp modelId="{D3137F30-5080-463B-818A-B16686BDAEBA}">
      <dsp:nvSpPr>
        <dsp:cNvPr id="0" name=""/>
        <dsp:cNvSpPr/>
      </dsp:nvSpPr>
      <dsp:spPr>
        <a:xfrm>
          <a:off x="0" y="2244636"/>
          <a:ext cx="9906000" cy="89770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963B55-FF24-4450-9DB8-46D8032B51F1}">
      <dsp:nvSpPr>
        <dsp:cNvPr id="0" name=""/>
        <dsp:cNvSpPr/>
      </dsp:nvSpPr>
      <dsp:spPr>
        <a:xfrm>
          <a:off x="271554" y="2446619"/>
          <a:ext cx="493735" cy="493735"/>
        </a:xfrm>
        <a:prstGeom prst="rect">
          <a:avLst/>
        </a:prstGeom>
        <a:blipFill>
          <a:blip xmlns:r="http://schemas.openxmlformats.org/officeDocument/2006/relationships" r:embed="rId3">
            <a:duotone>
              <a:schemeClr val="accent4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4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471D18-832E-4BB0-B309-8718F071B6D3}">
      <dsp:nvSpPr>
        <dsp:cNvPr id="0" name=""/>
        <dsp:cNvSpPr/>
      </dsp:nvSpPr>
      <dsp:spPr>
        <a:xfrm>
          <a:off x="1036844" y="2244636"/>
          <a:ext cx="8869155" cy="8977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007" tIns="95007" rIns="95007" bIns="9500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PixelProbe is now a complete and scalable AI-Image Detection system.</a:t>
          </a:r>
          <a:endParaRPr lang="en-IE" sz="2500" kern="1200"/>
        </a:p>
      </dsp:txBody>
      <dsp:txXfrm>
        <a:off x="1036844" y="2244636"/>
        <a:ext cx="8869155" cy="8977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C16354-109B-450B-B0A5-632CF610C57B}">
      <dsp:nvSpPr>
        <dsp:cNvPr id="0" name=""/>
        <dsp:cNvSpPr/>
      </dsp:nvSpPr>
      <dsp:spPr>
        <a:xfrm>
          <a:off x="703619" y="94605"/>
          <a:ext cx="1990125" cy="1990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B1231D-D7A6-4CB2-B12A-A05320A3AD35}">
      <dsp:nvSpPr>
        <dsp:cNvPr id="0" name=""/>
        <dsp:cNvSpPr/>
      </dsp:nvSpPr>
      <dsp:spPr>
        <a:xfrm>
          <a:off x="1127744" y="518730"/>
          <a:ext cx="1141875" cy="11418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1BCCDF-5280-45D6-8A7F-BE7F27F6EA51}">
      <dsp:nvSpPr>
        <dsp:cNvPr id="0" name=""/>
        <dsp:cNvSpPr/>
      </dsp:nvSpPr>
      <dsp:spPr>
        <a:xfrm>
          <a:off x="67432" y="2704606"/>
          <a:ext cx="3262500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600" b="1" kern="1200" dirty="0"/>
            <a:t>Video Frame-by-frame detection </a:t>
          </a:r>
          <a:r>
            <a:rPr lang="en-GB" sz="1300" kern="1200" dirty="0"/>
            <a:t>Integrate real-time frame-by-frame detection showing users sections of video that may be tampered with.</a:t>
          </a:r>
          <a:endParaRPr lang="en-US" sz="1300" kern="1200" dirty="0"/>
        </a:p>
      </dsp:txBody>
      <dsp:txXfrm>
        <a:off x="67432" y="2704606"/>
        <a:ext cx="3262500" cy="742500"/>
      </dsp:txXfrm>
    </dsp:sp>
    <dsp:sp modelId="{C8A7FBCE-4045-4B9F-ABDB-B2CE0B0169D3}">
      <dsp:nvSpPr>
        <dsp:cNvPr id="0" name=""/>
        <dsp:cNvSpPr/>
      </dsp:nvSpPr>
      <dsp:spPr>
        <a:xfrm>
          <a:off x="4537057" y="94605"/>
          <a:ext cx="1990125" cy="1990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32E187-24E4-43DD-86EF-56B9F6A4622D}">
      <dsp:nvSpPr>
        <dsp:cNvPr id="0" name=""/>
        <dsp:cNvSpPr/>
      </dsp:nvSpPr>
      <dsp:spPr>
        <a:xfrm>
          <a:off x="4961182" y="518730"/>
          <a:ext cx="1141875" cy="11418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2083EA-029D-475B-B178-1BFB7C8FF0FD}">
      <dsp:nvSpPr>
        <dsp:cNvPr id="0" name=""/>
        <dsp:cNvSpPr/>
      </dsp:nvSpPr>
      <dsp:spPr>
        <a:xfrm>
          <a:off x="3900869" y="2704606"/>
          <a:ext cx="3262500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600" b="1" kern="1200" dirty="0"/>
            <a:t>Mobile App Deployment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200" kern="1200" dirty="0"/>
            <a:t>A mobile app would make PixelProbe more accessible to users and easier way to verify images on social media.</a:t>
          </a:r>
          <a:endParaRPr lang="en-US" sz="1200" kern="1200" dirty="0"/>
        </a:p>
      </dsp:txBody>
      <dsp:txXfrm>
        <a:off x="3900869" y="2704606"/>
        <a:ext cx="3262500" cy="742500"/>
      </dsp:txXfrm>
    </dsp:sp>
    <dsp:sp modelId="{41464333-764F-4484-B2BE-C82B1C99B23A}">
      <dsp:nvSpPr>
        <dsp:cNvPr id="0" name=""/>
        <dsp:cNvSpPr/>
      </dsp:nvSpPr>
      <dsp:spPr>
        <a:xfrm>
          <a:off x="8370495" y="94605"/>
          <a:ext cx="1990125" cy="199012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1F96D8-7679-44EE-8AAC-29C084D8CB2B}">
      <dsp:nvSpPr>
        <dsp:cNvPr id="0" name=""/>
        <dsp:cNvSpPr/>
      </dsp:nvSpPr>
      <dsp:spPr>
        <a:xfrm>
          <a:off x="8794620" y="518730"/>
          <a:ext cx="1141875" cy="11418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E8F23B-7426-418C-84BB-B2776B2D05EA}">
      <dsp:nvSpPr>
        <dsp:cNvPr id="0" name=""/>
        <dsp:cNvSpPr/>
      </dsp:nvSpPr>
      <dsp:spPr>
        <a:xfrm>
          <a:off x="7734307" y="2704606"/>
          <a:ext cx="3262500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E" sz="1600" b="1" kern="1200" dirty="0"/>
            <a:t>Plugins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E" sz="1100" kern="1200" dirty="0"/>
            <a:t>Introducing </a:t>
          </a:r>
          <a:r>
            <a:rPr lang="en-IE" sz="1100" kern="1200" dirty="0" err="1"/>
            <a:t>PixelProbe</a:t>
          </a:r>
          <a:r>
            <a:rPr lang="en-IE" sz="1100" kern="1200" dirty="0"/>
            <a:t> as a web or mobile plugin would remove the need for users to download images to their device for inference.</a:t>
          </a:r>
          <a:endParaRPr lang="en-US" sz="1100" kern="1200" dirty="0"/>
        </a:p>
      </dsp:txBody>
      <dsp:txXfrm>
        <a:off x="7734307" y="2704606"/>
        <a:ext cx="3262500" cy="74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529D30-6B5E-44CA-A497-A4491BEF3364}" type="datetimeFigureOut">
              <a:rPr lang="en-IE" smtClean="0"/>
              <a:t>27/04/2026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2D0E96-6AC0-40CA-ADDE-8504FF20B5B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79696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2D0E96-6AC0-40CA-ADDE-8504FF20B5B7}" type="slidenum">
              <a:rPr lang="en-IE" smtClean="0"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563175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2D0E96-6AC0-40CA-ADDE-8504FF20B5B7}" type="slidenum">
              <a:rPr lang="en-IE" smtClean="0"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43651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2D0E96-6AC0-40CA-ADDE-8504FF20B5B7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29419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oiseOL/FYP2025-26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69F43-7465-0146-9A61-9752E7DDB5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4141693"/>
            <a:ext cx="8791575" cy="1301673"/>
          </a:xfrm>
        </p:spPr>
        <p:txBody>
          <a:bodyPr>
            <a:normAutofit/>
          </a:bodyPr>
          <a:lstStyle/>
          <a:p>
            <a:r>
              <a:rPr lang="en-GB" sz="4400" dirty="0"/>
              <a:t>PixelProbe – AI Image detection system</a:t>
            </a:r>
            <a:endParaRPr lang="en-IE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13FF4-D2B8-104B-C0C9-1060C8B14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5443368"/>
            <a:ext cx="8791575" cy="86599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sz="1000"/>
              <a:t>Naoise O’loughlin</a:t>
            </a:r>
          </a:p>
          <a:p>
            <a:pPr>
              <a:lnSpc>
                <a:spcPct val="110000"/>
              </a:lnSpc>
            </a:pPr>
            <a:r>
              <a:rPr lang="en-GB" sz="1000"/>
              <a:t>Software &amp; Electronic Engineering </a:t>
            </a:r>
          </a:p>
          <a:p>
            <a:pPr>
              <a:lnSpc>
                <a:spcPct val="110000"/>
              </a:lnSpc>
            </a:pPr>
            <a:r>
              <a:rPr lang="en-GB" sz="1000"/>
              <a:t>Atlantic Technological University, Galway</a:t>
            </a:r>
            <a:endParaRPr lang="en-IE" sz="100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C6143A2-FEE6-6918-FA16-2A5411E25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825307" y="1108038"/>
            <a:ext cx="2893808" cy="2893808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noFill/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61832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6" name="Rectangle 75">
            <a:extLst>
              <a:ext uri="{FF2B5EF4-FFF2-40B4-BE49-F238E27FC236}">
                <a16:creationId xmlns:a16="http://schemas.microsoft.com/office/drawing/2014/main" id="{E978A47D-4F17-40FE-AB70-7AF78A957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85BE3A7E-6A3F-401E-A025-BBB8FDB8D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78" name="Rectangle 5">
              <a:extLst>
                <a:ext uri="{FF2B5EF4-FFF2-40B4-BE49-F238E27FC236}">
                  <a16:creationId xmlns:a16="http://schemas.microsoft.com/office/drawing/2014/main" id="{41EE9036-817C-476C-BD59-B5184F9A3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79" name="Freeform 6">
              <a:extLst>
                <a:ext uri="{FF2B5EF4-FFF2-40B4-BE49-F238E27FC236}">
                  <a16:creationId xmlns:a16="http://schemas.microsoft.com/office/drawing/2014/main" id="{F098087A-B4E4-4300-A841-44988BD88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80" name="Freeform 7">
              <a:extLst>
                <a:ext uri="{FF2B5EF4-FFF2-40B4-BE49-F238E27FC236}">
                  <a16:creationId xmlns:a16="http://schemas.microsoft.com/office/drawing/2014/main" id="{F5BD5F4B-A39C-4DF9-84E4-A4D33F30E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81" name="Freeform 8">
              <a:extLst>
                <a:ext uri="{FF2B5EF4-FFF2-40B4-BE49-F238E27FC236}">
                  <a16:creationId xmlns:a16="http://schemas.microsoft.com/office/drawing/2014/main" id="{D7FA9858-BFA0-4D5B-AF72-B1B65EB069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82" name="Freeform 9">
              <a:extLst>
                <a:ext uri="{FF2B5EF4-FFF2-40B4-BE49-F238E27FC236}">
                  <a16:creationId xmlns:a16="http://schemas.microsoft.com/office/drawing/2014/main" id="{A508A5F3-AFE0-4750-A9C2-B51A514FF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83" name="Freeform 10">
              <a:extLst>
                <a:ext uri="{FF2B5EF4-FFF2-40B4-BE49-F238E27FC236}">
                  <a16:creationId xmlns:a16="http://schemas.microsoft.com/office/drawing/2014/main" id="{92B4AAEB-ABF4-42A7-BE52-0B442190D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84" name="Freeform 11">
              <a:extLst>
                <a:ext uri="{FF2B5EF4-FFF2-40B4-BE49-F238E27FC236}">
                  <a16:creationId xmlns:a16="http://schemas.microsoft.com/office/drawing/2014/main" id="{3767C370-4A42-4376-8CAE-606C4BC8F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85" name="Freeform 12">
              <a:extLst>
                <a:ext uri="{FF2B5EF4-FFF2-40B4-BE49-F238E27FC236}">
                  <a16:creationId xmlns:a16="http://schemas.microsoft.com/office/drawing/2014/main" id="{36205F53-9C95-4954-B97C-1625BB8A3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86" name="Freeform 13">
              <a:extLst>
                <a:ext uri="{FF2B5EF4-FFF2-40B4-BE49-F238E27FC236}">
                  <a16:creationId xmlns:a16="http://schemas.microsoft.com/office/drawing/2014/main" id="{DC80B58E-3469-43E9-96FC-D747B6983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87" name="Freeform 14">
              <a:extLst>
                <a:ext uri="{FF2B5EF4-FFF2-40B4-BE49-F238E27FC236}">
                  <a16:creationId xmlns:a16="http://schemas.microsoft.com/office/drawing/2014/main" id="{E17A4ED2-DDD7-4B4D-A39C-9B0121C88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88" name="Freeform 15">
              <a:extLst>
                <a:ext uri="{FF2B5EF4-FFF2-40B4-BE49-F238E27FC236}">
                  <a16:creationId xmlns:a16="http://schemas.microsoft.com/office/drawing/2014/main" id="{A2C14A85-E7A9-4E1D-809F-20F5CFA78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89" name="Line 16">
              <a:extLst>
                <a:ext uri="{FF2B5EF4-FFF2-40B4-BE49-F238E27FC236}">
                  <a16:creationId xmlns:a16="http://schemas.microsoft.com/office/drawing/2014/main" id="{F3D51E32-9399-4B7F-8D91-BF9A068B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90" name="Freeform 17">
              <a:extLst>
                <a:ext uri="{FF2B5EF4-FFF2-40B4-BE49-F238E27FC236}">
                  <a16:creationId xmlns:a16="http://schemas.microsoft.com/office/drawing/2014/main" id="{9969F9D2-502D-4C1D-ABA5-02B1BF2A00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91" name="Freeform 18">
              <a:extLst>
                <a:ext uri="{FF2B5EF4-FFF2-40B4-BE49-F238E27FC236}">
                  <a16:creationId xmlns:a16="http://schemas.microsoft.com/office/drawing/2014/main" id="{4AE555C6-5623-478A-BF35-63E9929A3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92" name="Freeform 19">
              <a:extLst>
                <a:ext uri="{FF2B5EF4-FFF2-40B4-BE49-F238E27FC236}">
                  <a16:creationId xmlns:a16="http://schemas.microsoft.com/office/drawing/2014/main" id="{A3D3AED4-A69E-4301-9BB4-436DC5F0C9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93" name="Freeform 20">
              <a:extLst>
                <a:ext uri="{FF2B5EF4-FFF2-40B4-BE49-F238E27FC236}">
                  <a16:creationId xmlns:a16="http://schemas.microsoft.com/office/drawing/2014/main" id="{C3B8082C-2D81-48D7-8B45-85B7C8929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94" name="Rectangle 21">
              <a:extLst>
                <a:ext uri="{FF2B5EF4-FFF2-40B4-BE49-F238E27FC236}">
                  <a16:creationId xmlns:a16="http://schemas.microsoft.com/office/drawing/2014/main" id="{9AD35461-BA86-408B-8A29-244EB2F2F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95" name="Freeform 22">
              <a:extLst>
                <a:ext uri="{FF2B5EF4-FFF2-40B4-BE49-F238E27FC236}">
                  <a16:creationId xmlns:a16="http://schemas.microsoft.com/office/drawing/2014/main" id="{F238E495-B6C6-4857-899B-CDD584831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96" name="Freeform 23">
              <a:extLst>
                <a:ext uri="{FF2B5EF4-FFF2-40B4-BE49-F238E27FC236}">
                  <a16:creationId xmlns:a16="http://schemas.microsoft.com/office/drawing/2014/main" id="{E20A751E-054C-4EC2-8DA3-0EC923A65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97" name="Freeform 24">
              <a:extLst>
                <a:ext uri="{FF2B5EF4-FFF2-40B4-BE49-F238E27FC236}">
                  <a16:creationId xmlns:a16="http://schemas.microsoft.com/office/drawing/2014/main" id="{B6E8E701-3D21-4E5C-AB6E-9A7404697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98" name="Freeform 25">
              <a:extLst>
                <a:ext uri="{FF2B5EF4-FFF2-40B4-BE49-F238E27FC236}">
                  <a16:creationId xmlns:a16="http://schemas.microsoft.com/office/drawing/2014/main" id="{431BDA41-D09D-4984-B888-756F5F81B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99" name="Freeform 26">
              <a:extLst>
                <a:ext uri="{FF2B5EF4-FFF2-40B4-BE49-F238E27FC236}">
                  <a16:creationId xmlns:a16="http://schemas.microsoft.com/office/drawing/2014/main" id="{0DC943D2-20E4-4C00-82D2-D405A7C00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00" name="Freeform 27">
              <a:extLst>
                <a:ext uri="{FF2B5EF4-FFF2-40B4-BE49-F238E27FC236}">
                  <a16:creationId xmlns:a16="http://schemas.microsoft.com/office/drawing/2014/main" id="{4BC34A74-80A2-4DE1-8ADC-BBD170903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01" name="Freeform 28">
              <a:extLst>
                <a:ext uri="{FF2B5EF4-FFF2-40B4-BE49-F238E27FC236}">
                  <a16:creationId xmlns:a16="http://schemas.microsoft.com/office/drawing/2014/main" id="{C6C3CA25-431F-4E26-952D-4AA9C4C72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02" name="Freeform 29">
              <a:extLst>
                <a:ext uri="{FF2B5EF4-FFF2-40B4-BE49-F238E27FC236}">
                  <a16:creationId xmlns:a16="http://schemas.microsoft.com/office/drawing/2014/main" id="{776D1836-82AE-40EF-9829-C6B8D2CF0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03" name="Freeform 30">
              <a:extLst>
                <a:ext uri="{FF2B5EF4-FFF2-40B4-BE49-F238E27FC236}">
                  <a16:creationId xmlns:a16="http://schemas.microsoft.com/office/drawing/2014/main" id="{9A8E397E-ADF9-45C1-98F4-3F5A86378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04" name="Freeform 31">
              <a:extLst>
                <a:ext uri="{FF2B5EF4-FFF2-40B4-BE49-F238E27FC236}">
                  <a16:creationId xmlns:a16="http://schemas.microsoft.com/office/drawing/2014/main" id="{DE07CFD9-357F-40BC-A792-CE874BFE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9833BCC-E99C-E5DD-CEBD-C2775E36A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2673"/>
            <a:ext cx="2869416" cy="4708528"/>
          </a:xfrm>
        </p:spPr>
        <p:txBody>
          <a:bodyPr>
            <a:normAutofit/>
          </a:bodyPr>
          <a:lstStyle/>
          <a:p>
            <a:pPr algn="r"/>
            <a:r>
              <a:rPr lang="en-GB" sz="4000"/>
              <a:t>Intro</a:t>
            </a:r>
            <a:endParaRPr lang="en-IE" sz="4000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085ECEC0-FF5D-4348-92C7-1EA7C61E7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Content Placeholder 2">
            <a:extLst>
              <a:ext uri="{FF2B5EF4-FFF2-40B4-BE49-F238E27FC236}">
                <a16:creationId xmlns:a16="http://schemas.microsoft.com/office/drawing/2014/main" id="{6A2FD7D9-9723-9EB4-8DBF-D41159BB4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3" y="1082673"/>
            <a:ext cx="5751237" cy="4708528"/>
          </a:xfrm>
        </p:spPr>
        <p:txBody>
          <a:bodyPr anchor="ctr">
            <a:normAutofit/>
          </a:bodyPr>
          <a:lstStyle/>
          <a:p>
            <a:r>
              <a:rPr lang="en-GB" sz="1800" dirty="0"/>
              <a:t>Huge advancements in image generators like Dall-E and Midjourney over the past 3 years.</a:t>
            </a:r>
          </a:p>
          <a:p>
            <a:r>
              <a:rPr lang="en-GB" sz="1800" dirty="0"/>
              <a:t>Increasingly Difficult to distinguish between real and synthetic media.</a:t>
            </a:r>
          </a:p>
          <a:p>
            <a:r>
              <a:rPr lang="en-GB" sz="1800" dirty="0"/>
              <a:t>PixelProbe allows users to upload image and receive real time classification of real or fake images.</a:t>
            </a:r>
          </a:p>
          <a:p>
            <a:r>
              <a:rPr lang="en-GB" sz="1800" dirty="0"/>
              <a:t>Huge needs with the increase in miss-use of image generators such as the Grok controversy in December 2025.</a:t>
            </a:r>
            <a:endParaRPr lang="en-IE" sz="1800" dirty="0"/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4E035BE-9FF4-43D3-BC25-CF582D7FF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108" name="Freeform 32">
              <a:extLst>
                <a:ext uri="{FF2B5EF4-FFF2-40B4-BE49-F238E27FC236}">
                  <a16:creationId xmlns:a16="http://schemas.microsoft.com/office/drawing/2014/main" id="{F98BCEB2-EC20-4E84-A994-0AC37292C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09" name="Freeform 33">
              <a:extLst>
                <a:ext uri="{FF2B5EF4-FFF2-40B4-BE49-F238E27FC236}">
                  <a16:creationId xmlns:a16="http://schemas.microsoft.com/office/drawing/2014/main" id="{7A2E1821-AEDF-417E-9F17-83379E9C0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10" name="Freeform 34">
              <a:extLst>
                <a:ext uri="{FF2B5EF4-FFF2-40B4-BE49-F238E27FC236}">
                  <a16:creationId xmlns:a16="http://schemas.microsoft.com/office/drawing/2014/main" id="{CB3734E2-8292-4B47-B6AB-0E5A058DE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11" name="Freeform 35">
              <a:extLst>
                <a:ext uri="{FF2B5EF4-FFF2-40B4-BE49-F238E27FC236}">
                  <a16:creationId xmlns:a16="http://schemas.microsoft.com/office/drawing/2014/main" id="{A0B09C51-29AB-45C0-B707-CCFB9DF28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12" name="Freeform 36">
              <a:extLst>
                <a:ext uri="{FF2B5EF4-FFF2-40B4-BE49-F238E27FC236}">
                  <a16:creationId xmlns:a16="http://schemas.microsoft.com/office/drawing/2014/main" id="{510C0CED-AE1B-45AE-B5E1-57521E589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13" name="Freeform 37">
              <a:extLst>
                <a:ext uri="{FF2B5EF4-FFF2-40B4-BE49-F238E27FC236}">
                  <a16:creationId xmlns:a16="http://schemas.microsoft.com/office/drawing/2014/main" id="{591F2327-4B45-41AA-B41C-7404B6A1E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14" name="Freeform 38">
              <a:extLst>
                <a:ext uri="{FF2B5EF4-FFF2-40B4-BE49-F238E27FC236}">
                  <a16:creationId xmlns:a16="http://schemas.microsoft.com/office/drawing/2014/main" id="{5A63224C-41A0-42C0-96F6-0B2BE99A1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15" name="Freeform 39">
              <a:extLst>
                <a:ext uri="{FF2B5EF4-FFF2-40B4-BE49-F238E27FC236}">
                  <a16:creationId xmlns:a16="http://schemas.microsoft.com/office/drawing/2014/main" id="{A7C00B9F-C253-4776-9935-EC02254A4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16" name="Freeform 40">
              <a:extLst>
                <a:ext uri="{FF2B5EF4-FFF2-40B4-BE49-F238E27FC236}">
                  <a16:creationId xmlns:a16="http://schemas.microsoft.com/office/drawing/2014/main" id="{5062D4AA-13F3-4064-8440-FFE8562D8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117" name="Rectangle 41">
              <a:extLst>
                <a:ext uri="{FF2B5EF4-FFF2-40B4-BE49-F238E27FC236}">
                  <a16:creationId xmlns:a16="http://schemas.microsoft.com/office/drawing/2014/main" id="{3E143B27-CB82-440B-879B-D25C1891C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</p:grpSp>
    </p:spTree>
    <p:extLst>
      <p:ext uri="{BB962C8B-B14F-4D97-AF65-F5344CB8AC3E}">
        <p14:creationId xmlns:p14="http://schemas.microsoft.com/office/powerpoint/2010/main" val="14242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3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84" name="Group 683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514" name="Group 513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526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27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28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29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30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31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32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33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34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35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36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37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38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39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40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41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42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43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44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45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46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47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48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49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50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51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52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</p:grpSp>
        <p:grpSp>
          <p:nvGrpSpPr>
            <p:cNvPr id="515" name="Group 514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516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17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18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19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20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21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22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23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24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25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</p:grpSp>
      </p:grpSp>
      <p:sp useBgFill="1">
        <p:nvSpPr>
          <p:cNvPr id="685" name="Rectangle 684">
            <a:extLst>
              <a:ext uri="{FF2B5EF4-FFF2-40B4-BE49-F238E27FC236}">
                <a16:creationId xmlns:a16="http://schemas.microsoft.com/office/drawing/2014/main" id="{6697F791-5FFA-4164-899F-EB52EA72B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6" name="Picture 2">
            <a:extLst>
              <a:ext uri="{FF2B5EF4-FFF2-40B4-BE49-F238E27FC236}">
                <a16:creationId xmlns:a16="http://schemas.microsoft.com/office/drawing/2014/main" id="{4E28A1A9-FB81-4816-AAEA-C3B430946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87" name="Rectangle 686">
            <a:extLst>
              <a:ext uri="{FF2B5EF4-FFF2-40B4-BE49-F238E27FC236}">
                <a16:creationId xmlns:a16="http://schemas.microsoft.com/office/drawing/2014/main" id="{B773AB25-A422-41AA-9737-5E04C1966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0" name="Picture 2">
            <a:extLst>
              <a:ext uri="{FF2B5EF4-FFF2-40B4-BE49-F238E27FC236}">
                <a16:creationId xmlns:a16="http://schemas.microsoft.com/office/drawing/2014/main" id="{AF0552B8-DE8C-40DF-B29F-1728E6A10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30" y="23283"/>
            <a:ext cx="407815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F2A0E6-1A4F-52D5-7814-8547E17E9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6" y="618518"/>
            <a:ext cx="2851417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FB60DE-F641-CBBB-999F-B9FC1C2F63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4620" y="2249487"/>
            <a:ext cx="2862444" cy="395730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FFFFFF"/>
                </a:solidFill>
              </a:rPr>
              <a:t>React Frontend provides a reactive user interface</a:t>
            </a:r>
            <a:endParaRPr lang="en-US" sz="1400" b="1">
              <a:solidFill>
                <a:srgbClr val="FFFFFF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FFFFFF"/>
                </a:solidFill>
              </a:rPr>
              <a:t>FastAPI backend handles model loading, predictions, user authentication. Hosted on AWS.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FFFFFF"/>
                </a:solidFill>
              </a:rPr>
              <a:t>User information &amp; Prediction information stored in SQLite database.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FFFFFF"/>
                </a:solidFill>
              </a:rPr>
              <a:t>Image uploads stored in amazon S3.</a:t>
            </a:r>
          </a:p>
        </p:txBody>
      </p:sp>
      <p:grpSp>
        <p:nvGrpSpPr>
          <p:cNvPr id="562" name="Group 561">
            <a:extLst>
              <a:ext uri="{FF2B5EF4-FFF2-40B4-BE49-F238E27FC236}">
                <a16:creationId xmlns:a16="http://schemas.microsoft.com/office/drawing/2014/main" id="{6AD0D387-1584-4477-B5F8-52B50D4F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563" name="Rectangle 5">
              <a:extLst>
                <a:ext uri="{FF2B5EF4-FFF2-40B4-BE49-F238E27FC236}">
                  <a16:creationId xmlns:a16="http://schemas.microsoft.com/office/drawing/2014/main" id="{22C90122-8CF0-4164-B596-168DE41D3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64" name="Freeform 6">
              <a:extLst>
                <a:ext uri="{FF2B5EF4-FFF2-40B4-BE49-F238E27FC236}">
                  <a16:creationId xmlns:a16="http://schemas.microsoft.com/office/drawing/2014/main" id="{E74D534E-37A6-4D27-9C47-0B2F0527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65" name="Freeform 7">
              <a:extLst>
                <a:ext uri="{FF2B5EF4-FFF2-40B4-BE49-F238E27FC236}">
                  <a16:creationId xmlns:a16="http://schemas.microsoft.com/office/drawing/2014/main" id="{1C1C156E-D2E0-468A-9B19-79521D69B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66" name="Freeform 8">
              <a:extLst>
                <a:ext uri="{FF2B5EF4-FFF2-40B4-BE49-F238E27FC236}">
                  <a16:creationId xmlns:a16="http://schemas.microsoft.com/office/drawing/2014/main" id="{14C97F11-4F6C-4DFF-89BC-3AEA5B7FF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67" name="Freeform 9">
              <a:extLst>
                <a:ext uri="{FF2B5EF4-FFF2-40B4-BE49-F238E27FC236}">
                  <a16:creationId xmlns:a16="http://schemas.microsoft.com/office/drawing/2014/main" id="{773C2106-77CE-42E1-839F-925EAEBB2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68" name="Freeform 10">
              <a:extLst>
                <a:ext uri="{FF2B5EF4-FFF2-40B4-BE49-F238E27FC236}">
                  <a16:creationId xmlns:a16="http://schemas.microsoft.com/office/drawing/2014/main" id="{E2807D33-BD1F-4B09-8D93-63C06DB3C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69" name="Freeform 11">
              <a:extLst>
                <a:ext uri="{FF2B5EF4-FFF2-40B4-BE49-F238E27FC236}">
                  <a16:creationId xmlns:a16="http://schemas.microsoft.com/office/drawing/2014/main" id="{84BDF3E8-157B-47D1-AF8E-FE1EFF06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70" name="Freeform 12">
              <a:extLst>
                <a:ext uri="{FF2B5EF4-FFF2-40B4-BE49-F238E27FC236}">
                  <a16:creationId xmlns:a16="http://schemas.microsoft.com/office/drawing/2014/main" id="{68B482B5-E0FD-406A-99B2-297DF3335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71" name="Freeform 13">
              <a:extLst>
                <a:ext uri="{FF2B5EF4-FFF2-40B4-BE49-F238E27FC236}">
                  <a16:creationId xmlns:a16="http://schemas.microsoft.com/office/drawing/2014/main" id="{B8750F30-12E8-410B-8709-78F1EF3BB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72" name="Freeform 14">
              <a:extLst>
                <a:ext uri="{FF2B5EF4-FFF2-40B4-BE49-F238E27FC236}">
                  <a16:creationId xmlns:a16="http://schemas.microsoft.com/office/drawing/2014/main" id="{DB2D030A-4700-4CC4-A971-F119F8372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73" name="Freeform 15">
              <a:extLst>
                <a:ext uri="{FF2B5EF4-FFF2-40B4-BE49-F238E27FC236}">
                  <a16:creationId xmlns:a16="http://schemas.microsoft.com/office/drawing/2014/main" id="{B4E516DB-F66E-4E88-8CAA-67153F561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74" name="Line 16">
              <a:extLst>
                <a:ext uri="{FF2B5EF4-FFF2-40B4-BE49-F238E27FC236}">
                  <a16:creationId xmlns:a16="http://schemas.microsoft.com/office/drawing/2014/main" id="{DF749FDD-DD56-4DC9-A379-77E110698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575" name="Freeform 17">
              <a:extLst>
                <a:ext uri="{FF2B5EF4-FFF2-40B4-BE49-F238E27FC236}">
                  <a16:creationId xmlns:a16="http://schemas.microsoft.com/office/drawing/2014/main" id="{6AD95087-E0AF-45D3-B824-EFFCBBEC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76" name="Freeform 18">
              <a:extLst>
                <a:ext uri="{FF2B5EF4-FFF2-40B4-BE49-F238E27FC236}">
                  <a16:creationId xmlns:a16="http://schemas.microsoft.com/office/drawing/2014/main" id="{2D21010F-3DE2-4881-B9D5-3415C4E05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77" name="Freeform 19">
              <a:extLst>
                <a:ext uri="{FF2B5EF4-FFF2-40B4-BE49-F238E27FC236}">
                  <a16:creationId xmlns:a16="http://schemas.microsoft.com/office/drawing/2014/main" id="{2AFDF4BC-8E99-4A2C-9EF2-4B98A05C2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78" name="Freeform 20">
              <a:extLst>
                <a:ext uri="{FF2B5EF4-FFF2-40B4-BE49-F238E27FC236}">
                  <a16:creationId xmlns:a16="http://schemas.microsoft.com/office/drawing/2014/main" id="{BB8EAEE8-22EA-4103-A02E-5043474C4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79" name="Rectangle 21">
              <a:extLst>
                <a:ext uri="{FF2B5EF4-FFF2-40B4-BE49-F238E27FC236}">
                  <a16:creationId xmlns:a16="http://schemas.microsoft.com/office/drawing/2014/main" id="{7148ABD2-E447-429F-B97E-86494051C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80" name="Freeform 22">
              <a:extLst>
                <a:ext uri="{FF2B5EF4-FFF2-40B4-BE49-F238E27FC236}">
                  <a16:creationId xmlns:a16="http://schemas.microsoft.com/office/drawing/2014/main" id="{99900F4A-F8CA-456E-9FA0-34572621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81" name="Freeform 23">
              <a:extLst>
                <a:ext uri="{FF2B5EF4-FFF2-40B4-BE49-F238E27FC236}">
                  <a16:creationId xmlns:a16="http://schemas.microsoft.com/office/drawing/2014/main" id="{DF5CD0A9-E49B-4968-886B-41C1A66D2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82" name="Freeform 24">
              <a:extLst>
                <a:ext uri="{FF2B5EF4-FFF2-40B4-BE49-F238E27FC236}">
                  <a16:creationId xmlns:a16="http://schemas.microsoft.com/office/drawing/2014/main" id="{7E462582-7383-4272-A323-85C9D137C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83" name="Freeform 25">
              <a:extLst>
                <a:ext uri="{FF2B5EF4-FFF2-40B4-BE49-F238E27FC236}">
                  <a16:creationId xmlns:a16="http://schemas.microsoft.com/office/drawing/2014/main" id="{CB472F67-7C37-4D80-B346-DE30D44B5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84" name="Freeform 26">
              <a:extLst>
                <a:ext uri="{FF2B5EF4-FFF2-40B4-BE49-F238E27FC236}">
                  <a16:creationId xmlns:a16="http://schemas.microsoft.com/office/drawing/2014/main" id="{19A8AE83-358F-4D4E-91C7-F09E3509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85" name="Freeform 27">
              <a:extLst>
                <a:ext uri="{FF2B5EF4-FFF2-40B4-BE49-F238E27FC236}">
                  <a16:creationId xmlns:a16="http://schemas.microsoft.com/office/drawing/2014/main" id="{C4B79436-9285-45DE-A9FB-B3DD75073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688" name="Freeform 28">
              <a:extLst>
                <a:ext uri="{FF2B5EF4-FFF2-40B4-BE49-F238E27FC236}">
                  <a16:creationId xmlns:a16="http://schemas.microsoft.com/office/drawing/2014/main" id="{B0BF8BF3-C90A-483A-B61E-13D2C41FB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689" name="Freeform 29">
              <a:extLst>
                <a:ext uri="{FF2B5EF4-FFF2-40B4-BE49-F238E27FC236}">
                  <a16:creationId xmlns:a16="http://schemas.microsoft.com/office/drawing/2014/main" id="{31011274-F329-444B-9B06-69DD2EC44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690" name="Freeform 30">
              <a:extLst>
                <a:ext uri="{FF2B5EF4-FFF2-40B4-BE49-F238E27FC236}">
                  <a16:creationId xmlns:a16="http://schemas.microsoft.com/office/drawing/2014/main" id="{DB8B1D39-5B9A-4B4E-849B-A5821A246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691" name="Freeform 31">
              <a:extLst>
                <a:ext uri="{FF2B5EF4-FFF2-40B4-BE49-F238E27FC236}">
                  <a16:creationId xmlns:a16="http://schemas.microsoft.com/office/drawing/2014/main" id="{336ECD63-75C2-4A32-A31B-30BB30972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</p:grp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CC2BB27D-CE72-ED3A-75C5-837D77CC05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711778" y="672020"/>
            <a:ext cx="6844045" cy="550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389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27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28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0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1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2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3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4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5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6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7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8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9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40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42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43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44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45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46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47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48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49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0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1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52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6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9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18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19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20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21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22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23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24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25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DF00A7B-11A4-CC5E-9BE7-907CD8826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Model Pipeline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7196E20-3CA3-A96C-2361-90BF7726BC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875590" y="1771355"/>
            <a:ext cx="1786637" cy="4037601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371F8C-2317-0345-E28C-5CB40708A5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34579" y="2249487"/>
            <a:ext cx="6012832" cy="3541714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28575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Input image: </a:t>
            </a:r>
            <a:r>
              <a:rPr lang="en-US" sz="1500" dirty="0"/>
              <a:t>224 x 224 x 3</a:t>
            </a:r>
          </a:p>
          <a:p>
            <a:pPr marL="28575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Resize Layer: </a:t>
            </a:r>
            <a:r>
              <a:rPr lang="en-US" sz="1500" dirty="0"/>
              <a:t>Resize + normalization for consistent model behavior.</a:t>
            </a:r>
          </a:p>
          <a:p>
            <a:pPr marL="28575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Data Augmentation: </a:t>
            </a:r>
            <a:r>
              <a:rPr lang="en-US" sz="1500" dirty="0"/>
              <a:t>Introduces Random augmentations such as rotations, contrast change etc. to help improve generalisation.</a:t>
            </a:r>
          </a:p>
          <a:p>
            <a:pPr marL="28575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EfficientNetV2 Backbone: </a:t>
            </a:r>
            <a:r>
              <a:rPr lang="en-US" sz="1500" dirty="0"/>
              <a:t>Pretrained on ImageNet, provides hierarchal feature representations</a:t>
            </a:r>
          </a:p>
          <a:p>
            <a:pPr marL="28575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LiteMHSA: </a:t>
            </a:r>
            <a:r>
              <a:rPr lang="en-US" sz="1500" dirty="0"/>
              <a:t>Multi-Head Self Attention Layer that aids in detection of subtle, fine-grained artifacts</a:t>
            </a:r>
          </a:p>
          <a:p>
            <a:pPr marL="28575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Global Average Pooling: </a:t>
            </a:r>
            <a:r>
              <a:rPr lang="en-US" sz="1500" dirty="0"/>
              <a:t>Compresses spatial features</a:t>
            </a:r>
            <a:endParaRPr lang="en-US" sz="1500" b="1" dirty="0"/>
          </a:p>
          <a:p>
            <a:pPr marL="28575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Dropout: </a:t>
            </a:r>
            <a:r>
              <a:rPr lang="en-US" sz="1500" dirty="0"/>
              <a:t>0.2 for regularisation</a:t>
            </a:r>
            <a:endParaRPr lang="en-US" sz="1500" b="1" dirty="0"/>
          </a:p>
          <a:p>
            <a:pPr marL="28575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b="1" dirty="0"/>
              <a:t>Dense softmax output: </a:t>
            </a:r>
            <a:r>
              <a:rPr lang="en-US" sz="1500" dirty="0"/>
              <a:t>Outputs final class probabilities (real vs fake)</a:t>
            </a:r>
            <a:endParaRPr lang="en-US" sz="1500" b="1" dirty="0"/>
          </a:p>
          <a:p>
            <a:pPr marL="28575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553015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549" name="Group 548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333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34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35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36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37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38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39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40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41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42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43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44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45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46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47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48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49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50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51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52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53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54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55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56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57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58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59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</p:grpSp>
        <p:grpSp>
          <p:nvGrpSpPr>
            <p:cNvPr id="322" name="Group 321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323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24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25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26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27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28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29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30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31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  <p:sp>
            <p:nvSpPr>
              <p:cNvPr id="332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E"/>
              </a:p>
            </p:txBody>
          </p:sp>
        </p:grpSp>
      </p:grpSp>
      <p:sp useBgFill="1">
        <p:nvSpPr>
          <p:cNvPr id="550" name="Rectangle 549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1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8BD48B-FAE6-D0DB-62C4-CA1F9E52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Lite MHSA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0A1AF-E1E7-EC57-747E-E8187A666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2" y="2249487"/>
            <a:ext cx="4459287" cy="396504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 b="1" u="sng" dirty="0"/>
              <a:t>Purpose</a:t>
            </a:r>
            <a:r>
              <a:rPr lang="en-US" sz="1100" u="sng" dirty="0"/>
              <a:t> 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Adds global context so the model can detect subtle, long‑range artifacts that CNNs miss.</a:t>
            </a:r>
          </a:p>
          <a:p>
            <a:pPr>
              <a:lnSpc>
                <a:spcPct val="110000"/>
              </a:lnSpc>
            </a:pPr>
            <a:r>
              <a:rPr lang="en-US" sz="1400" b="1" u="sng" dirty="0"/>
              <a:t>How It Works</a:t>
            </a:r>
            <a:endParaRPr lang="en-US" sz="1400" u="sng" dirty="0"/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100" b="1" dirty="0"/>
              <a:t>1×1 Conv → Q, K, V:</a:t>
            </a:r>
            <a:r>
              <a:rPr lang="en-US" sz="1100" dirty="0"/>
              <a:t> Projects features into attention space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100" b="1" dirty="0"/>
              <a:t>4 Heads:</a:t>
            </a:r>
            <a:r>
              <a:rPr lang="en-US" sz="1100" dirty="0"/>
              <a:t> Each head focuses on different patterns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100" b="1" dirty="0"/>
              <a:t>Scaled Dot‑Product Attention:</a:t>
            </a:r>
            <a:r>
              <a:rPr lang="en-US" sz="1100" dirty="0"/>
              <a:t> Computes similarity across all spatial positions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100" b="1" dirty="0" err="1"/>
              <a:t>Concat</a:t>
            </a:r>
            <a:r>
              <a:rPr lang="en-US" sz="1100" b="1" dirty="0"/>
              <a:t> + 1×1 Output:</a:t>
            </a:r>
            <a:r>
              <a:rPr lang="en-US" sz="1100" dirty="0"/>
              <a:t> Merges heads and restores channel depth</a:t>
            </a:r>
          </a:p>
          <a:p>
            <a:pPr>
              <a:lnSpc>
                <a:spcPct val="110000"/>
              </a:lnSpc>
            </a:pPr>
            <a:r>
              <a:rPr lang="en-US" sz="1400" b="1" u="sng" dirty="0"/>
              <a:t>Why It Helps</a:t>
            </a:r>
            <a:endParaRPr lang="en-US" sz="1400" u="sng" dirty="0"/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Captures </a:t>
            </a:r>
            <a:r>
              <a:rPr lang="en-US" sz="1100" b="1" dirty="0"/>
              <a:t>non‑local relationships</a:t>
            </a:r>
            <a:endParaRPr lang="en-US" sz="1100" dirty="0"/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Improves detection of </a:t>
            </a:r>
            <a:r>
              <a:rPr lang="en-US" sz="1100" b="1" dirty="0"/>
              <a:t>fine‑grained inconsistencies</a:t>
            </a:r>
            <a:endParaRPr lang="en-US" sz="1100" dirty="0"/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100" dirty="0"/>
              <a:t>Lightweight and </a:t>
            </a:r>
            <a:r>
              <a:rPr lang="en-US" sz="1100" b="1" dirty="0"/>
              <a:t>computationally efficient</a:t>
            </a:r>
            <a:endParaRPr lang="en-US" sz="1100" dirty="0"/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9292A7E-DECE-1EF3-9DAB-F74E2250D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rcRect l="6908" r="10392" b="-4"/>
          <a:stretch>
            <a:fillRect/>
          </a:stretch>
        </p:blipFill>
        <p:spPr>
          <a:xfrm>
            <a:off x="6096000" y="645390"/>
            <a:ext cx="5456279" cy="5542270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552" name="Group 551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553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54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55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56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57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58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59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60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61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62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63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64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IE"/>
            </a:p>
          </p:txBody>
        </p:sp>
        <p:sp>
          <p:nvSpPr>
            <p:cNvPr id="565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66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67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68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69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70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71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72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73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74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75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76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77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78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579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</p:grpSp>
    </p:spTree>
    <p:extLst>
      <p:ext uri="{BB962C8B-B14F-4D97-AF65-F5344CB8AC3E}">
        <p14:creationId xmlns:p14="http://schemas.microsoft.com/office/powerpoint/2010/main" val="3612273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Picture 2">
            <a:extLst>
              <a:ext uri="{FF2B5EF4-FFF2-40B4-BE49-F238E27FC236}">
                <a16:creationId xmlns:a16="http://schemas.microsoft.com/office/drawing/2014/main" id="{678E285C-BE9E-45B7-A3EE-B9792DAE9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402" name="Group 401">
            <a:extLst>
              <a:ext uri="{FF2B5EF4-FFF2-40B4-BE49-F238E27FC236}">
                <a16:creationId xmlns:a16="http://schemas.microsoft.com/office/drawing/2014/main" id="{AB86F577-8905-4B21-8AF3-C1BB34337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84" name="Rectangle 5">
              <a:extLst>
                <a:ext uri="{FF2B5EF4-FFF2-40B4-BE49-F238E27FC236}">
                  <a16:creationId xmlns:a16="http://schemas.microsoft.com/office/drawing/2014/main" id="{D2F1CFF3-A579-4D24-B5F9-1C71BA6F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85" name="Freeform 6">
              <a:extLst>
                <a:ext uri="{FF2B5EF4-FFF2-40B4-BE49-F238E27FC236}">
                  <a16:creationId xmlns:a16="http://schemas.microsoft.com/office/drawing/2014/main" id="{57601B50-7EB1-43FA-8360-4297BCD76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86" name="Freeform 7">
              <a:extLst>
                <a:ext uri="{FF2B5EF4-FFF2-40B4-BE49-F238E27FC236}">
                  <a16:creationId xmlns:a16="http://schemas.microsoft.com/office/drawing/2014/main" id="{60BD8B7A-CD01-4638-A2C9-299AC68B9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87" name="Rectangle 8">
              <a:extLst>
                <a:ext uri="{FF2B5EF4-FFF2-40B4-BE49-F238E27FC236}">
                  <a16:creationId xmlns:a16="http://schemas.microsoft.com/office/drawing/2014/main" id="{095B58F9-6C29-48BE-9DA6-3855080521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88" name="Freeform 9">
              <a:extLst>
                <a:ext uri="{FF2B5EF4-FFF2-40B4-BE49-F238E27FC236}">
                  <a16:creationId xmlns:a16="http://schemas.microsoft.com/office/drawing/2014/main" id="{0C84674F-2E8A-4B70-B801-00722CDD5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89" name="Freeform 10">
              <a:extLst>
                <a:ext uri="{FF2B5EF4-FFF2-40B4-BE49-F238E27FC236}">
                  <a16:creationId xmlns:a16="http://schemas.microsoft.com/office/drawing/2014/main" id="{34F320BB-D6A9-45FE-8556-498B763B1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90" name="Freeform 11">
              <a:extLst>
                <a:ext uri="{FF2B5EF4-FFF2-40B4-BE49-F238E27FC236}">
                  <a16:creationId xmlns:a16="http://schemas.microsoft.com/office/drawing/2014/main" id="{5493D54A-532A-46ED-AF63-A0A54818EF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91" name="Freeform 12">
              <a:extLst>
                <a:ext uri="{FF2B5EF4-FFF2-40B4-BE49-F238E27FC236}">
                  <a16:creationId xmlns:a16="http://schemas.microsoft.com/office/drawing/2014/main" id="{EAF2EDFA-9C0B-44E2-B4BB-312B58BCA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92" name="Freeform 13">
              <a:extLst>
                <a:ext uri="{FF2B5EF4-FFF2-40B4-BE49-F238E27FC236}">
                  <a16:creationId xmlns:a16="http://schemas.microsoft.com/office/drawing/2014/main" id="{A3641113-CE35-42A4-B605-41BC06BF4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93" name="Freeform 14">
              <a:extLst>
                <a:ext uri="{FF2B5EF4-FFF2-40B4-BE49-F238E27FC236}">
                  <a16:creationId xmlns:a16="http://schemas.microsoft.com/office/drawing/2014/main" id="{DA2E5B2C-BAC4-4440-9B7E-F38783197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94" name="Freeform 15">
              <a:extLst>
                <a:ext uri="{FF2B5EF4-FFF2-40B4-BE49-F238E27FC236}">
                  <a16:creationId xmlns:a16="http://schemas.microsoft.com/office/drawing/2014/main" id="{D8A506DF-2E53-42C9-94BE-B98E32E05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95" name="Freeform 16">
              <a:extLst>
                <a:ext uri="{FF2B5EF4-FFF2-40B4-BE49-F238E27FC236}">
                  <a16:creationId xmlns:a16="http://schemas.microsoft.com/office/drawing/2014/main" id="{12934FF8-5F70-40BF-BBB6-5EB941FB9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96" name="Freeform 17">
              <a:extLst>
                <a:ext uri="{FF2B5EF4-FFF2-40B4-BE49-F238E27FC236}">
                  <a16:creationId xmlns:a16="http://schemas.microsoft.com/office/drawing/2014/main" id="{8EB3FB08-D01D-4E24-BE40-C16269DF6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97" name="Freeform 18">
              <a:extLst>
                <a:ext uri="{FF2B5EF4-FFF2-40B4-BE49-F238E27FC236}">
                  <a16:creationId xmlns:a16="http://schemas.microsoft.com/office/drawing/2014/main" id="{D24E50D7-2753-4169-AD51-C106DA1B7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98" name="Freeform 19">
              <a:extLst>
                <a:ext uri="{FF2B5EF4-FFF2-40B4-BE49-F238E27FC236}">
                  <a16:creationId xmlns:a16="http://schemas.microsoft.com/office/drawing/2014/main" id="{DF94B7E0-D9B6-4096-94D0-18D3AC0EF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299" name="Freeform 20">
              <a:extLst>
                <a:ext uri="{FF2B5EF4-FFF2-40B4-BE49-F238E27FC236}">
                  <a16:creationId xmlns:a16="http://schemas.microsoft.com/office/drawing/2014/main" id="{EBC05ADE-BBA2-4387-B005-3196E2E198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00" name="Freeform 21">
              <a:extLst>
                <a:ext uri="{FF2B5EF4-FFF2-40B4-BE49-F238E27FC236}">
                  <a16:creationId xmlns:a16="http://schemas.microsoft.com/office/drawing/2014/main" id="{BBED1CEE-14D2-442F-AB08-401ABE3EF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01" name="Freeform 22">
              <a:extLst>
                <a:ext uri="{FF2B5EF4-FFF2-40B4-BE49-F238E27FC236}">
                  <a16:creationId xmlns:a16="http://schemas.microsoft.com/office/drawing/2014/main" id="{4F6574C0-78E8-49EA-84BC-EE9D55707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02" name="Freeform 23">
              <a:extLst>
                <a:ext uri="{FF2B5EF4-FFF2-40B4-BE49-F238E27FC236}">
                  <a16:creationId xmlns:a16="http://schemas.microsoft.com/office/drawing/2014/main" id="{65BCDB0B-615E-4CA1-AFD5-6B121CB7C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03" name="Freeform 24">
              <a:extLst>
                <a:ext uri="{FF2B5EF4-FFF2-40B4-BE49-F238E27FC236}">
                  <a16:creationId xmlns:a16="http://schemas.microsoft.com/office/drawing/2014/main" id="{40627863-B7FC-44D1-9E53-E728FFF675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04" name="Freeform 25">
              <a:extLst>
                <a:ext uri="{FF2B5EF4-FFF2-40B4-BE49-F238E27FC236}">
                  <a16:creationId xmlns:a16="http://schemas.microsoft.com/office/drawing/2014/main" id="{52FD6F8C-3AF1-487E-91F4-6E55146F1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05" name="Freeform 26">
              <a:extLst>
                <a:ext uri="{FF2B5EF4-FFF2-40B4-BE49-F238E27FC236}">
                  <a16:creationId xmlns:a16="http://schemas.microsoft.com/office/drawing/2014/main" id="{50323CF3-93CB-4E03-95C0-B180BB87A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06" name="Freeform 27">
              <a:extLst>
                <a:ext uri="{FF2B5EF4-FFF2-40B4-BE49-F238E27FC236}">
                  <a16:creationId xmlns:a16="http://schemas.microsoft.com/office/drawing/2014/main" id="{EB47D82F-CF1B-47E6-9FA2-F3A9C5F94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07" name="Freeform 28">
              <a:extLst>
                <a:ext uri="{FF2B5EF4-FFF2-40B4-BE49-F238E27FC236}">
                  <a16:creationId xmlns:a16="http://schemas.microsoft.com/office/drawing/2014/main" id="{0606708F-F2D4-4678-8ED2-39041BC64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08" name="Freeform 29">
              <a:extLst>
                <a:ext uri="{FF2B5EF4-FFF2-40B4-BE49-F238E27FC236}">
                  <a16:creationId xmlns:a16="http://schemas.microsoft.com/office/drawing/2014/main" id="{D7EB95B4-15E4-433D-B36F-21FF341A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09" name="Freeform 30">
              <a:extLst>
                <a:ext uri="{FF2B5EF4-FFF2-40B4-BE49-F238E27FC236}">
                  <a16:creationId xmlns:a16="http://schemas.microsoft.com/office/drawing/2014/main" id="{500A541B-4C75-497C-A489-097ED2996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10" name="Freeform 31">
              <a:extLst>
                <a:ext uri="{FF2B5EF4-FFF2-40B4-BE49-F238E27FC236}">
                  <a16:creationId xmlns:a16="http://schemas.microsoft.com/office/drawing/2014/main" id="{5789326F-12A4-48B8-B0ED-A6A2AE0C2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11" name="Freeform 32">
              <a:extLst>
                <a:ext uri="{FF2B5EF4-FFF2-40B4-BE49-F238E27FC236}">
                  <a16:creationId xmlns:a16="http://schemas.microsoft.com/office/drawing/2014/main" id="{25FA672E-2B65-477F-AA75-6261CE652F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12" name="Rectangle 33">
              <a:extLst>
                <a:ext uri="{FF2B5EF4-FFF2-40B4-BE49-F238E27FC236}">
                  <a16:creationId xmlns:a16="http://schemas.microsoft.com/office/drawing/2014/main" id="{BB09AF8D-E68B-499C-B9F5-2F365813D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13" name="Freeform 34">
              <a:extLst>
                <a:ext uri="{FF2B5EF4-FFF2-40B4-BE49-F238E27FC236}">
                  <a16:creationId xmlns:a16="http://schemas.microsoft.com/office/drawing/2014/main" id="{7991AEAD-B5F3-47BA-9F1B-86C16A84A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14" name="Freeform 35">
              <a:extLst>
                <a:ext uri="{FF2B5EF4-FFF2-40B4-BE49-F238E27FC236}">
                  <a16:creationId xmlns:a16="http://schemas.microsoft.com/office/drawing/2014/main" id="{19A85F58-4C3A-4388-B55C-2329EEAEC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15" name="Freeform 36">
              <a:extLst>
                <a:ext uri="{FF2B5EF4-FFF2-40B4-BE49-F238E27FC236}">
                  <a16:creationId xmlns:a16="http://schemas.microsoft.com/office/drawing/2014/main" id="{05652F38-94D9-41B7-A699-7E8F0C78D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16" name="Freeform 37">
              <a:extLst>
                <a:ext uri="{FF2B5EF4-FFF2-40B4-BE49-F238E27FC236}">
                  <a16:creationId xmlns:a16="http://schemas.microsoft.com/office/drawing/2014/main" id="{3C043852-C250-4518-BB89-C91A34917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17" name="Freeform 38">
              <a:extLst>
                <a:ext uri="{FF2B5EF4-FFF2-40B4-BE49-F238E27FC236}">
                  <a16:creationId xmlns:a16="http://schemas.microsoft.com/office/drawing/2014/main" id="{0CAB9A07-ECF2-416C-8528-F75DACB13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18" name="Freeform 39">
              <a:extLst>
                <a:ext uri="{FF2B5EF4-FFF2-40B4-BE49-F238E27FC236}">
                  <a16:creationId xmlns:a16="http://schemas.microsoft.com/office/drawing/2014/main" id="{904A314C-A829-4AA6-92E2-529BCCF95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19" name="Freeform 40">
              <a:extLst>
                <a:ext uri="{FF2B5EF4-FFF2-40B4-BE49-F238E27FC236}">
                  <a16:creationId xmlns:a16="http://schemas.microsoft.com/office/drawing/2014/main" id="{244EE6BA-4569-43ED-9E2E-1FB66201B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20" name="Freeform 41">
              <a:extLst>
                <a:ext uri="{FF2B5EF4-FFF2-40B4-BE49-F238E27FC236}">
                  <a16:creationId xmlns:a16="http://schemas.microsoft.com/office/drawing/2014/main" id="{BEB8252E-FB2A-4BB5-BEC6-CA10FF6F7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21" name="Freeform 42">
              <a:extLst>
                <a:ext uri="{FF2B5EF4-FFF2-40B4-BE49-F238E27FC236}">
                  <a16:creationId xmlns:a16="http://schemas.microsoft.com/office/drawing/2014/main" id="{91414711-C3A4-4E96-854A-DDDEB2F2E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22" name="Freeform 43">
              <a:extLst>
                <a:ext uri="{FF2B5EF4-FFF2-40B4-BE49-F238E27FC236}">
                  <a16:creationId xmlns:a16="http://schemas.microsoft.com/office/drawing/2014/main" id="{86815BA8-3055-4B42-98C3-4202FD92E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23" name="Freeform 44">
              <a:extLst>
                <a:ext uri="{FF2B5EF4-FFF2-40B4-BE49-F238E27FC236}">
                  <a16:creationId xmlns:a16="http://schemas.microsoft.com/office/drawing/2014/main" id="{44457813-E991-44AE-9A83-B7488D1F3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24" name="Rectangle 45">
              <a:extLst>
                <a:ext uri="{FF2B5EF4-FFF2-40B4-BE49-F238E27FC236}">
                  <a16:creationId xmlns:a16="http://schemas.microsoft.com/office/drawing/2014/main" id="{8CE1CF47-A73F-4560-8835-AE1DC51E5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25" name="Freeform 46">
              <a:extLst>
                <a:ext uri="{FF2B5EF4-FFF2-40B4-BE49-F238E27FC236}">
                  <a16:creationId xmlns:a16="http://schemas.microsoft.com/office/drawing/2014/main" id="{C2A935E4-AACC-4CB9-995E-D28617887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26" name="Freeform 47">
              <a:extLst>
                <a:ext uri="{FF2B5EF4-FFF2-40B4-BE49-F238E27FC236}">
                  <a16:creationId xmlns:a16="http://schemas.microsoft.com/office/drawing/2014/main" id="{93B5B778-8ACB-4004-932D-BD95997B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27" name="Freeform 48">
              <a:extLst>
                <a:ext uri="{FF2B5EF4-FFF2-40B4-BE49-F238E27FC236}">
                  <a16:creationId xmlns:a16="http://schemas.microsoft.com/office/drawing/2014/main" id="{1434AF34-0919-40AD-84B1-446D4FF2D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28" name="Freeform 49">
              <a:extLst>
                <a:ext uri="{FF2B5EF4-FFF2-40B4-BE49-F238E27FC236}">
                  <a16:creationId xmlns:a16="http://schemas.microsoft.com/office/drawing/2014/main" id="{29546CF3-6DDD-4073-AB7F-C6E722257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29" name="Freeform 50">
              <a:extLst>
                <a:ext uri="{FF2B5EF4-FFF2-40B4-BE49-F238E27FC236}">
                  <a16:creationId xmlns:a16="http://schemas.microsoft.com/office/drawing/2014/main" id="{289D46AB-128A-477F-B6C9-F40F115D6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30" name="Freeform 51">
              <a:extLst>
                <a:ext uri="{FF2B5EF4-FFF2-40B4-BE49-F238E27FC236}">
                  <a16:creationId xmlns:a16="http://schemas.microsoft.com/office/drawing/2014/main" id="{A7DA7E67-3368-44AD-AACD-EB64AE348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31" name="Freeform 52">
              <a:extLst>
                <a:ext uri="{FF2B5EF4-FFF2-40B4-BE49-F238E27FC236}">
                  <a16:creationId xmlns:a16="http://schemas.microsoft.com/office/drawing/2014/main" id="{78BB1152-AB85-4AD8-BBA1-07CEA1F50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32" name="Freeform 53">
              <a:extLst>
                <a:ext uri="{FF2B5EF4-FFF2-40B4-BE49-F238E27FC236}">
                  <a16:creationId xmlns:a16="http://schemas.microsoft.com/office/drawing/2014/main" id="{A982E7F2-DD68-4093-B9C5-3E42B475A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33" name="Freeform 54">
              <a:extLst>
                <a:ext uri="{FF2B5EF4-FFF2-40B4-BE49-F238E27FC236}">
                  <a16:creationId xmlns:a16="http://schemas.microsoft.com/office/drawing/2014/main" id="{A682E224-4CD6-420B-897A-B23D50B82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34" name="Freeform 55">
              <a:extLst>
                <a:ext uri="{FF2B5EF4-FFF2-40B4-BE49-F238E27FC236}">
                  <a16:creationId xmlns:a16="http://schemas.microsoft.com/office/drawing/2014/main" id="{31B90F10-06CD-480E-8D35-6E0FFFB894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35" name="Freeform 56">
              <a:extLst>
                <a:ext uri="{FF2B5EF4-FFF2-40B4-BE49-F238E27FC236}">
                  <a16:creationId xmlns:a16="http://schemas.microsoft.com/office/drawing/2014/main" id="{7BC977DB-69B0-4D8D-B77C-E1127EC417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36" name="Freeform 57">
              <a:extLst>
                <a:ext uri="{FF2B5EF4-FFF2-40B4-BE49-F238E27FC236}">
                  <a16:creationId xmlns:a16="http://schemas.microsoft.com/office/drawing/2014/main" id="{24127454-3FCB-41D6-ACFB-81D7E05A7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37" name="Freeform 58">
              <a:extLst>
                <a:ext uri="{FF2B5EF4-FFF2-40B4-BE49-F238E27FC236}">
                  <a16:creationId xmlns:a16="http://schemas.microsoft.com/office/drawing/2014/main" id="{7AA80D42-B8A8-475B-ADBF-99719CE9F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403" name="Rectangle 402">
            <a:extLst>
              <a:ext uri="{FF2B5EF4-FFF2-40B4-BE49-F238E27FC236}">
                <a16:creationId xmlns:a16="http://schemas.microsoft.com/office/drawing/2014/main" id="{D706AE2E-B17B-43A3-84F8-9C0FE9466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12192003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4" name="Group 403">
            <a:extLst>
              <a:ext uri="{FF2B5EF4-FFF2-40B4-BE49-F238E27FC236}">
                <a16:creationId xmlns:a16="http://schemas.microsoft.com/office/drawing/2014/main" id="{CEFFB8CF-3E94-42D7-849C-841E7744B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342" name="Rectangle 5">
              <a:extLst>
                <a:ext uri="{FF2B5EF4-FFF2-40B4-BE49-F238E27FC236}">
                  <a16:creationId xmlns:a16="http://schemas.microsoft.com/office/drawing/2014/main" id="{C274DE9A-4502-4454-911E-B7FE9ED6DE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43" name="Freeform 6">
              <a:extLst>
                <a:ext uri="{FF2B5EF4-FFF2-40B4-BE49-F238E27FC236}">
                  <a16:creationId xmlns:a16="http://schemas.microsoft.com/office/drawing/2014/main" id="{76AFCF59-7BED-416B-ACD9-EA099C9B2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44" name="Freeform 7">
              <a:extLst>
                <a:ext uri="{FF2B5EF4-FFF2-40B4-BE49-F238E27FC236}">
                  <a16:creationId xmlns:a16="http://schemas.microsoft.com/office/drawing/2014/main" id="{8EEECEBC-B149-42E5-8164-EE5456F06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45" name="Rectangle 8">
              <a:extLst>
                <a:ext uri="{FF2B5EF4-FFF2-40B4-BE49-F238E27FC236}">
                  <a16:creationId xmlns:a16="http://schemas.microsoft.com/office/drawing/2014/main" id="{03B49256-D2D8-436B-8F29-0C7E53366F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46" name="Freeform 9">
              <a:extLst>
                <a:ext uri="{FF2B5EF4-FFF2-40B4-BE49-F238E27FC236}">
                  <a16:creationId xmlns:a16="http://schemas.microsoft.com/office/drawing/2014/main" id="{4045E56F-B537-408E-B346-B9B15C39A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47" name="Freeform 10">
              <a:extLst>
                <a:ext uri="{FF2B5EF4-FFF2-40B4-BE49-F238E27FC236}">
                  <a16:creationId xmlns:a16="http://schemas.microsoft.com/office/drawing/2014/main" id="{904BDB2F-0893-4AD7-A871-C808C9651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48" name="Freeform 11">
              <a:extLst>
                <a:ext uri="{FF2B5EF4-FFF2-40B4-BE49-F238E27FC236}">
                  <a16:creationId xmlns:a16="http://schemas.microsoft.com/office/drawing/2014/main" id="{512D8C6F-C154-4928-9891-DDCF50DA6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49" name="Freeform 12">
              <a:extLst>
                <a:ext uri="{FF2B5EF4-FFF2-40B4-BE49-F238E27FC236}">
                  <a16:creationId xmlns:a16="http://schemas.microsoft.com/office/drawing/2014/main" id="{7E2BBA63-D694-4AD5-976F-4F1CDB204A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50" name="Freeform 13">
              <a:extLst>
                <a:ext uri="{FF2B5EF4-FFF2-40B4-BE49-F238E27FC236}">
                  <a16:creationId xmlns:a16="http://schemas.microsoft.com/office/drawing/2014/main" id="{394F9847-4F95-42E8-AE7E-8DD8A0E27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51" name="Freeform 14">
              <a:extLst>
                <a:ext uri="{FF2B5EF4-FFF2-40B4-BE49-F238E27FC236}">
                  <a16:creationId xmlns:a16="http://schemas.microsoft.com/office/drawing/2014/main" id="{48CE4CA3-085D-44AC-996B-9F347B7BC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52" name="Freeform 15">
              <a:extLst>
                <a:ext uri="{FF2B5EF4-FFF2-40B4-BE49-F238E27FC236}">
                  <a16:creationId xmlns:a16="http://schemas.microsoft.com/office/drawing/2014/main" id="{0D7459AE-7E00-4707-B574-1D3636BB46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53" name="Freeform 16">
              <a:extLst>
                <a:ext uri="{FF2B5EF4-FFF2-40B4-BE49-F238E27FC236}">
                  <a16:creationId xmlns:a16="http://schemas.microsoft.com/office/drawing/2014/main" id="{EF95E020-0C4A-4BD5-84BE-6DF8B8BCA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54" name="Freeform 17">
              <a:extLst>
                <a:ext uri="{FF2B5EF4-FFF2-40B4-BE49-F238E27FC236}">
                  <a16:creationId xmlns:a16="http://schemas.microsoft.com/office/drawing/2014/main" id="{18CC4862-B9BB-4E63-9630-AA5241E68A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55" name="Freeform 18">
              <a:extLst>
                <a:ext uri="{FF2B5EF4-FFF2-40B4-BE49-F238E27FC236}">
                  <a16:creationId xmlns:a16="http://schemas.microsoft.com/office/drawing/2014/main" id="{156A0508-DDAB-4BFB-824D-CA9D3D833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56" name="Freeform 19">
              <a:extLst>
                <a:ext uri="{FF2B5EF4-FFF2-40B4-BE49-F238E27FC236}">
                  <a16:creationId xmlns:a16="http://schemas.microsoft.com/office/drawing/2014/main" id="{E3B0103B-60DE-4385-B84E-53694FB9A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57" name="Freeform 20">
              <a:extLst>
                <a:ext uri="{FF2B5EF4-FFF2-40B4-BE49-F238E27FC236}">
                  <a16:creationId xmlns:a16="http://schemas.microsoft.com/office/drawing/2014/main" id="{C8C1C0D4-C36E-4251-A97F-436AFA3797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58" name="Freeform 21">
              <a:extLst>
                <a:ext uri="{FF2B5EF4-FFF2-40B4-BE49-F238E27FC236}">
                  <a16:creationId xmlns:a16="http://schemas.microsoft.com/office/drawing/2014/main" id="{550D7341-7849-4B72-A2D7-68B7161D43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59" name="Freeform 22">
              <a:extLst>
                <a:ext uri="{FF2B5EF4-FFF2-40B4-BE49-F238E27FC236}">
                  <a16:creationId xmlns:a16="http://schemas.microsoft.com/office/drawing/2014/main" id="{C9E742C7-3FF2-4931-B087-46AAA6C33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60" name="Freeform 23">
              <a:extLst>
                <a:ext uri="{FF2B5EF4-FFF2-40B4-BE49-F238E27FC236}">
                  <a16:creationId xmlns:a16="http://schemas.microsoft.com/office/drawing/2014/main" id="{424AF1DB-9264-4B94-9F0D-EF37F12D47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61" name="Freeform 24">
              <a:extLst>
                <a:ext uri="{FF2B5EF4-FFF2-40B4-BE49-F238E27FC236}">
                  <a16:creationId xmlns:a16="http://schemas.microsoft.com/office/drawing/2014/main" id="{766E43D2-CF93-4468-9B12-FFB234513D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62" name="Freeform 25">
              <a:extLst>
                <a:ext uri="{FF2B5EF4-FFF2-40B4-BE49-F238E27FC236}">
                  <a16:creationId xmlns:a16="http://schemas.microsoft.com/office/drawing/2014/main" id="{AC24EC38-E0E5-4A4E-A64D-359DD4A55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63" name="Freeform 26">
              <a:extLst>
                <a:ext uri="{FF2B5EF4-FFF2-40B4-BE49-F238E27FC236}">
                  <a16:creationId xmlns:a16="http://schemas.microsoft.com/office/drawing/2014/main" id="{338D8FE1-6073-44CF-857C-9273A16075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64" name="Freeform 27">
              <a:extLst>
                <a:ext uri="{FF2B5EF4-FFF2-40B4-BE49-F238E27FC236}">
                  <a16:creationId xmlns:a16="http://schemas.microsoft.com/office/drawing/2014/main" id="{39BAF819-1ABF-4754-B2E6-8C023A3B94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65" name="Freeform 28">
              <a:extLst>
                <a:ext uri="{FF2B5EF4-FFF2-40B4-BE49-F238E27FC236}">
                  <a16:creationId xmlns:a16="http://schemas.microsoft.com/office/drawing/2014/main" id="{2B5FE77A-C8CA-4E0E-BA89-53BA982E6A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66" name="Freeform 29">
              <a:extLst>
                <a:ext uri="{FF2B5EF4-FFF2-40B4-BE49-F238E27FC236}">
                  <a16:creationId xmlns:a16="http://schemas.microsoft.com/office/drawing/2014/main" id="{264169FF-BB01-4F56-812A-738BE4AAC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67" name="Freeform 30">
              <a:extLst>
                <a:ext uri="{FF2B5EF4-FFF2-40B4-BE49-F238E27FC236}">
                  <a16:creationId xmlns:a16="http://schemas.microsoft.com/office/drawing/2014/main" id="{831BA8DD-49DA-443B-AD7A-1680CD287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68" name="Freeform 31">
              <a:extLst>
                <a:ext uri="{FF2B5EF4-FFF2-40B4-BE49-F238E27FC236}">
                  <a16:creationId xmlns:a16="http://schemas.microsoft.com/office/drawing/2014/main" id="{15B5FD47-B408-4DD0-BA9C-76C3F6814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69" name="Freeform 32">
              <a:extLst>
                <a:ext uri="{FF2B5EF4-FFF2-40B4-BE49-F238E27FC236}">
                  <a16:creationId xmlns:a16="http://schemas.microsoft.com/office/drawing/2014/main" id="{2432FB6B-FBB2-438F-A3BC-0392CA9448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70" name="Rectangle 33">
              <a:extLst>
                <a:ext uri="{FF2B5EF4-FFF2-40B4-BE49-F238E27FC236}">
                  <a16:creationId xmlns:a16="http://schemas.microsoft.com/office/drawing/2014/main" id="{A9E1CA69-4810-4E1D-A227-EA4EF0151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71" name="Freeform 34">
              <a:extLst>
                <a:ext uri="{FF2B5EF4-FFF2-40B4-BE49-F238E27FC236}">
                  <a16:creationId xmlns:a16="http://schemas.microsoft.com/office/drawing/2014/main" id="{978653C5-EFDF-4617-9A6A-E810A9C22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72" name="Freeform 35">
              <a:extLst>
                <a:ext uri="{FF2B5EF4-FFF2-40B4-BE49-F238E27FC236}">
                  <a16:creationId xmlns:a16="http://schemas.microsoft.com/office/drawing/2014/main" id="{F1B9F231-1E6A-4122-81B0-043E2A5F5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73" name="Freeform 36">
              <a:extLst>
                <a:ext uri="{FF2B5EF4-FFF2-40B4-BE49-F238E27FC236}">
                  <a16:creationId xmlns:a16="http://schemas.microsoft.com/office/drawing/2014/main" id="{DF2B6BD0-0057-43BC-8681-9FAC9FC53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74" name="Freeform 37">
              <a:extLst>
                <a:ext uri="{FF2B5EF4-FFF2-40B4-BE49-F238E27FC236}">
                  <a16:creationId xmlns:a16="http://schemas.microsoft.com/office/drawing/2014/main" id="{6D7D7117-2276-4EB9-882B-A44A2DB066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75" name="Freeform 38">
              <a:extLst>
                <a:ext uri="{FF2B5EF4-FFF2-40B4-BE49-F238E27FC236}">
                  <a16:creationId xmlns:a16="http://schemas.microsoft.com/office/drawing/2014/main" id="{98AD68EB-6444-4B28-8F06-C0B6111ACF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76" name="Freeform 39">
              <a:extLst>
                <a:ext uri="{FF2B5EF4-FFF2-40B4-BE49-F238E27FC236}">
                  <a16:creationId xmlns:a16="http://schemas.microsoft.com/office/drawing/2014/main" id="{438FA125-C459-48A2-913F-F5D04E160E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77" name="Freeform 40">
              <a:extLst>
                <a:ext uri="{FF2B5EF4-FFF2-40B4-BE49-F238E27FC236}">
                  <a16:creationId xmlns:a16="http://schemas.microsoft.com/office/drawing/2014/main" id="{18E796D1-6480-436F-947D-550CCE516E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78" name="Freeform 41">
              <a:extLst>
                <a:ext uri="{FF2B5EF4-FFF2-40B4-BE49-F238E27FC236}">
                  <a16:creationId xmlns:a16="http://schemas.microsoft.com/office/drawing/2014/main" id="{4549B300-4F89-4E35-B5E7-53E3C6A54B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79" name="Freeform 42">
              <a:extLst>
                <a:ext uri="{FF2B5EF4-FFF2-40B4-BE49-F238E27FC236}">
                  <a16:creationId xmlns:a16="http://schemas.microsoft.com/office/drawing/2014/main" id="{D8DA6C40-62DD-4FB3-8D06-5A599E3823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80" name="Freeform 43">
              <a:extLst>
                <a:ext uri="{FF2B5EF4-FFF2-40B4-BE49-F238E27FC236}">
                  <a16:creationId xmlns:a16="http://schemas.microsoft.com/office/drawing/2014/main" id="{28EE2B35-9D3D-4925-8DA9-9DF0E40BC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81" name="Freeform 44">
              <a:extLst>
                <a:ext uri="{FF2B5EF4-FFF2-40B4-BE49-F238E27FC236}">
                  <a16:creationId xmlns:a16="http://schemas.microsoft.com/office/drawing/2014/main" id="{9DB82611-4043-4758-81EC-223961980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82" name="Rectangle 45">
              <a:extLst>
                <a:ext uri="{FF2B5EF4-FFF2-40B4-BE49-F238E27FC236}">
                  <a16:creationId xmlns:a16="http://schemas.microsoft.com/office/drawing/2014/main" id="{A8210AB3-0776-4F74-9227-5E448D1AFA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83" name="Freeform 46">
              <a:extLst>
                <a:ext uri="{FF2B5EF4-FFF2-40B4-BE49-F238E27FC236}">
                  <a16:creationId xmlns:a16="http://schemas.microsoft.com/office/drawing/2014/main" id="{002C10AB-E300-481E-AFA5-410481B16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84" name="Freeform 47">
              <a:extLst>
                <a:ext uri="{FF2B5EF4-FFF2-40B4-BE49-F238E27FC236}">
                  <a16:creationId xmlns:a16="http://schemas.microsoft.com/office/drawing/2014/main" id="{11F47C5E-0453-4EF5-B969-A8263DC6AF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85" name="Freeform 48">
              <a:extLst>
                <a:ext uri="{FF2B5EF4-FFF2-40B4-BE49-F238E27FC236}">
                  <a16:creationId xmlns:a16="http://schemas.microsoft.com/office/drawing/2014/main" id="{D0CFDC87-55E8-40E1-BD98-4E1EA2C095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86" name="Freeform 49">
              <a:extLst>
                <a:ext uri="{FF2B5EF4-FFF2-40B4-BE49-F238E27FC236}">
                  <a16:creationId xmlns:a16="http://schemas.microsoft.com/office/drawing/2014/main" id="{C1151505-8A7F-41D8-AE03-AD172E38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87" name="Freeform 50">
              <a:extLst>
                <a:ext uri="{FF2B5EF4-FFF2-40B4-BE49-F238E27FC236}">
                  <a16:creationId xmlns:a16="http://schemas.microsoft.com/office/drawing/2014/main" id="{918DAD20-1F9F-41A7-B9D0-EE92F9B32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88" name="Freeform 51">
              <a:extLst>
                <a:ext uri="{FF2B5EF4-FFF2-40B4-BE49-F238E27FC236}">
                  <a16:creationId xmlns:a16="http://schemas.microsoft.com/office/drawing/2014/main" id="{D303B51B-ADCC-43C9-AE4F-0168CFA63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89" name="Freeform 52">
              <a:extLst>
                <a:ext uri="{FF2B5EF4-FFF2-40B4-BE49-F238E27FC236}">
                  <a16:creationId xmlns:a16="http://schemas.microsoft.com/office/drawing/2014/main" id="{5621B409-0B0A-4827-81F9-684C335EE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90" name="Freeform 53">
              <a:extLst>
                <a:ext uri="{FF2B5EF4-FFF2-40B4-BE49-F238E27FC236}">
                  <a16:creationId xmlns:a16="http://schemas.microsoft.com/office/drawing/2014/main" id="{FCA6910E-A4EC-464B-B285-5F1E40AEFF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91" name="Freeform 54">
              <a:extLst>
                <a:ext uri="{FF2B5EF4-FFF2-40B4-BE49-F238E27FC236}">
                  <a16:creationId xmlns:a16="http://schemas.microsoft.com/office/drawing/2014/main" id="{7D0C75DF-4953-4E72-B34A-2F8BD05235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92" name="Freeform 55">
              <a:extLst>
                <a:ext uri="{FF2B5EF4-FFF2-40B4-BE49-F238E27FC236}">
                  <a16:creationId xmlns:a16="http://schemas.microsoft.com/office/drawing/2014/main" id="{998A65EA-C434-41FF-B792-2BDC11501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93" name="Freeform 56">
              <a:extLst>
                <a:ext uri="{FF2B5EF4-FFF2-40B4-BE49-F238E27FC236}">
                  <a16:creationId xmlns:a16="http://schemas.microsoft.com/office/drawing/2014/main" id="{3A6D2AE4-7ABD-4946-BE69-5FD3C1A1D6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94" name="Freeform 57">
              <a:extLst>
                <a:ext uri="{FF2B5EF4-FFF2-40B4-BE49-F238E27FC236}">
                  <a16:creationId xmlns:a16="http://schemas.microsoft.com/office/drawing/2014/main" id="{833A81DC-8A3A-4141-A713-A2FE1C572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  <p:sp>
          <p:nvSpPr>
            <p:cNvPr id="395" name="Freeform 58">
              <a:extLst>
                <a:ext uri="{FF2B5EF4-FFF2-40B4-BE49-F238E27FC236}">
                  <a16:creationId xmlns:a16="http://schemas.microsoft.com/office/drawing/2014/main" id="{47BB7FFD-57DB-41BD-8D42-9FB58174B1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E"/>
            </a:p>
          </p:txBody>
        </p:sp>
      </p:grpSp>
      <p:pic>
        <p:nvPicPr>
          <p:cNvPr id="405" name="Picture 2">
            <a:extLst>
              <a:ext uri="{FF2B5EF4-FFF2-40B4-BE49-F238E27FC236}">
                <a16:creationId xmlns:a16="http://schemas.microsoft.com/office/drawing/2014/main" id="{3631D3C9-4C1D-4B3A-A737-E6E780042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-3747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DF7B8A-334E-0972-C944-5642DEF5E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7397" y="1113282"/>
            <a:ext cx="3489569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E696E4-9FF4-7EDF-A7F1-8FD6D20FE513}"/>
              </a:ext>
            </a:extLst>
          </p:cNvPr>
          <p:cNvSpPr txBox="1"/>
          <p:nvPr/>
        </p:nvSpPr>
        <p:spPr>
          <a:xfrm>
            <a:off x="8046666" y="3602038"/>
            <a:ext cx="3500301" cy="2052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en-US" cap="all">
                <a:solidFill>
                  <a:schemeClr val="bg2"/>
                </a:solidFill>
              </a:rPr>
              <a:t>Image Classification Cross-Dataset Accuracy Results (%)</a:t>
            </a:r>
          </a:p>
        </p:txBody>
      </p:sp>
      <p:sp useBgFill="1">
        <p:nvSpPr>
          <p:cNvPr id="406" name="Round Diagonal Corner Rectangle 6">
            <a:extLst>
              <a:ext uri="{FF2B5EF4-FFF2-40B4-BE49-F238E27FC236}">
                <a16:creationId xmlns:a16="http://schemas.microsoft.com/office/drawing/2014/main" id="{5B986EF0-8540-483D-9DDE-1F168FAAC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49" y="808057"/>
            <a:ext cx="6752461" cy="5234394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47AC6EE-CDAA-0BB0-4A9F-888A56981C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895367"/>
              </p:ext>
            </p:extLst>
          </p:nvPr>
        </p:nvGraphicFramePr>
        <p:xfrm>
          <a:off x="1040860" y="1322962"/>
          <a:ext cx="6360772" cy="4331798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  <a:tableStyleId>{5C22544A-7EE6-4342-B048-85BDC9FD1C3A}</a:tableStyleId>
              </a:tblPr>
              <a:tblGrid>
                <a:gridCol w="1505105">
                  <a:extLst>
                    <a:ext uri="{9D8B030D-6E8A-4147-A177-3AD203B41FA5}">
                      <a16:colId xmlns:a16="http://schemas.microsoft.com/office/drawing/2014/main" val="1651548839"/>
                    </a:ext>
                  </a:extLst>
                </a:gridCol>
                <a:gridCol w="1604515">
                  <a:extLst>
                    <a:ext uri="{9D8B030D-6E8A-4147-A177-3AD203B41FA5}">
                      <a16:colId xmlns:a16="http://schemas.microsoft.com/office/drawing/2014/main" val="190244515"/>
                    </a:ext>
                  </a:extLst>
                </a:gridCol>
                <a:gridCol w="800362">
                  <a:extLst>
                    <a:ext uri="{9D8B030D-6E8A-4147-A177-3AD203B41FA5}">
                      <a16:colId xmlns:a16="http://schemas.microsoft.com/office/drawing/2014/main" val="844962219"/>
                    </a:ext>
                  </a:extLst>
                </a:gridCol>
                <a:gridCol w="818113">
                  <a:extLst>
                    <a:ext uri="{9D8B030D-6E8A-4147-A177-3AD203B41FA5}">
                      <a16:colId xmlns:a16="http://schemas.microsoft.com/office/drawing/2014/main" val="2103146764"/>
                    </a:ext>
                  </a:extLst>
                </a:gridCol>
                <a:gridCol w="999181">
                  <a:extLst>
                    <a:ext uri="{9D8B030D-6E8A-4147-A177-3AD203B41FA5}">
                      <a16:colId xmlns:a16="http://schemas.microsoft.com/office/drawing/2014/main" val="2872056581"/>
                    </a:ext>
                  </a:extLst>
                </a:gridCol>
                <a:gridCol w="633496">
                  <a:extLst>
                    <a:ext uri="{9D8B030D-6E8A-4147-A177-3AD203B41FA5}">
                      <a16:colId xmlns:a16="http://schemas.microsoft.com/office/drawing/2014/main" val="2090594579"/>
                    </a:ext>
                  </a:extLst>
                </a:gridCol>
              </a:tblGrid>
              <a:tr h="525203">
                <a:tc>
                  <a:txBody>
                    <a:bodyPr/>
                    <a:lstStyle/>
                    <a:p>
                      <a:r>
                        <a:rPr lang="en-GB" sz="1200" b="0" cap="none" spc="0" dirty="0">
                          <a:solidFill>
                            <a:schemeClr val="bg1"/>
                          </a:solidFill>
                        </a:rPr>
                        <a:t> Mode</a:t>
                      </a:r>
                      <a:endParaRPr lang="en-IE" sz="1200" b="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63682" marR="63682" marT="63682" marB="3184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cap="none" spc="0" dirty="0">
                          <a:solidFill>
                            <a:schemeClr val="bg1"/>
                          </a:solidFill>
                        </a:rPr>
                        <a:t>Train Set</a:t>
                      </a:r>
                      <a:endParaRPr lang="en-IE" sz="1200" b="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63682" marR="63682" marT="63682" marB="3184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cap="none" spc="0">
                          <a:solidFill>
                            <a:schemeClr val="bg1"/>
                          </a:solidFill>
                        </a:rPr>
                        <a:t>ZHANG</a:t>
                      </a:r>
                      <a:endParaRPr lang="en-IE" sz="12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63682" marR="63682" marT="63682" marB="3184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cap="none" spc="0">
                          <a:solidFill>
                            <a:schemeClr val="bg1"/>
                          </a:solidFill>
                        </a:rPr>
                        <a:t>CIFAKE</a:t>
                      </a:r>
                      <a:endParaRPr lang="en-IE" sz="12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63682" marR="63682" marT="63682" marB="3184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cap="none" spc="0">
                          <a:solidFill>
                            <a:schemeClr val="bg1"/>
                          </a:solidFill>
                        </a:rPr>
                        <a:t>GEN/P365</a:t>
                      </a:r>
                      <a:endParaRPr lang="en-IE" sz="12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63682" marR="63682" marT="63682" marB="3184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b="0" cap="none" spc="0">
                          <a:solidFill>
                            <a:schemeClr val="bg1"/>
                          </a:solidFill>
                        </a:rPr>
                        <a:t>GHAI</a:t>
                      </a:r>
                      <a:endParaRPr lang="en-IE" sz="1200" b="0" cap="none" spc="0">
                        <a:solidFill>
                          <a:schemeClr val="bg1"/>
                        </a:solidFill>
                      </a:endParaRPr>
                    </a:p>
                  </a:txBody>
                  <a:tcPr marL="63682" marR="63682" marT="63682" marB="3184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3231799"/>
                  </a:ext>
                </a:extLst>
              </a:tr>
              <a:tr h="770969">
                <a:tc>
                  <a:txBody>
                    <a:bodyPr/>
                    <a:lstStyle/>
                    <a:p>
                      <a:pPr algn="ctr"/>
                      <a:r>
                        <a:rPr lang="en-IE" sz="1100" cap="none" spc="0">
                          <a:solidFill>
                            <a:schemeClr val="tx1"/>
                          </a:solidFill>
                        </a:rPr>
                        <a:t>PixelProbeB0</a:t>
                      </a: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ZHANG</a:t>
                      </a:r>
                      <a:endParaRPr lang="en-IE" sz="1100" cap="none" spc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IE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86</a:t>
                      </a:r>
                      <a:endParaRPr lang="en-IE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IE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58</a:t>
                      </a:r>
                      <a:endParaRPr lang="en-IE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en-IE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230028"/>
                  </a:ext>
                </a:extLst>
              </a:tr>
              <a:tr h="770969">
                <a:tc>
                  <a:txBody>
                    <a:bodyPr/>
                    <a:lstStyle/>
                    <a:p>
                      <a:pPr algn="ctr"/>
                      <a:r>
                        <a:rPr lang="en-IE" sz="1100" cap="none" spc="0">
                          <a:solidFill>
                            <a:schemeClr val="tx1"/>
                          </a:solidFill>
                        </a:rPr>
                        <a:t>PixelProbeB1 V3</a:t>
                      </a: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ZHANG</a:t>
                      </a:r>
                      <a:endParaRPr lang="en-IE" sz="1100" cap="none" spc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IE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 cap="none" spc="0">
                          <a:solidFill>
                            <a:schemeClr val="tx1"/>
                          </a:solidFill>
                        </a:rPr>
                        <a:t>94</a:t>
                      </a:r>
                      <a:endParaRPr lang="en-IE" sz="1100" b="1" cap="none" spc="0">
                        <a:solidFill>
                          <a:schemeClr val="tx1"/>
                        </a:solidFill>
                      </a:endParaRP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51</a:t>
                      </a:r>
                      <a:endParaRPr lang="en-IE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57</a:t>
                      </a:r>
                      <a:endParaRPr lang="en-IE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u="sng" cap="none" spc="0">
                          <a:solidFill>
                            <a:schemeClr val="tx1"/>
                          </a:solidFill>
                        </a:rPr>
                        <a:t>78</a:t>
                      </a:r>
                      <a:endParaRPr lang="en-IE" sz="1100" u="sng" cap="none" spc="0">
                        <a:solidFill>
                          <a:schemeClr val="tx1"/>
                        </a:solidFill>
                      </a:endParaRP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407834"/>
                  </a:ext>
                </a:extLst>
              </a:tr>
              <a:tr h="770969">
                <a:tc>
                  <a:txBody>
                    <a:bodyPr/>
                    <a:lstStyle/>
                    <a:p>
                      <a:pPr algn="ctr"/>
                      <a:r>
                        <a:rPr lang="en-IE" sz="1100" cap="none" spc="0">
                          <a:solidFill>
                            <a:schemeClr val="tx1"/>
                          </a:solidFill>
                        </a:rPr>
                        <a:t>PixelProbeB1CFV2 </a:t>
                      </a: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CIFAKE</a:t>
                      </a:r>
                      <a:endParaRPr lang="en-IE" sz="1100" cap="none" spc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en-IE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44</a:t>
                      </a:r>
                      <a:endParaRPr lang="en-IE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 cap="none" spc="0">
                          <a:solidFill>
                            <a:schemeClr val="tx1"/>
                          </a:solidFill>
                        </a:rPr>
                        <a:t>95</a:t>
                      </a:r>
                      <a:endParaRPr lang="en-IE" sz="1100" b="1" cap="none" spc="0">
                        <a:solidFill>
                          <a:schemeClr val="tx1"/>
                        </a:solidFill>
                      </a:endParaRP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51</a:t>
                      </a:r>
                      <a:endParaRPr lang="en-IE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en-IE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448055"/>
                  </a:ext>
                </a:extLst>
              </a:tr>
              <a:tr h="497896">
                <a:tc>
                  <a:txBody>
                    <a:bodyPr/>
                    <a:lstStyle/>
                    <a:p>
                      <a:pPr algn="ctr"/>
                      <a:r>
                        <a:rPr lang="en-IE" sz="1100" cap="none" spc="0">
                          <a:solidFill>
                            <a:schemeClr val="tx1"/>
                          </a:solidFill>
                        </a:rPr>
                        <a:t>PixelProbeB1GI</a:t>
                      </a: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GenImage</a:t>
                      </a:r>
                      <a:endParaRPr lang="en-IE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52</a:t>
                      </a:r>
                      <a:endParaRPr lang="en-IE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u="sng" cap="none" spc="0">
                          <a:solidFill>
                            <a:schemeClr val="tx1"/>
                          </a:solidFill>
                        </a:rPr>
                        <a:t>61</a:t>
                      </a:r>
                      <a:endParaRPr lang="en-IE" sz="1100" u="sng" cap="none" spc="0">
                        <a:solidFill>
                          <a:schemeClr val="tx1"/>
                        </a:solidFill>
                      </a:endParaRP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 cap="none" spc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en-IE" sz="1100" b="1" cap="none" spc="0">
                        <a:solidFill>
                          <a:schemeClr val="tx1"/>
                        </a:solidFill>
                      </a:endParaRP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 cap="none" spc="0">
                          <a:solidFill>
                            <a:schemeClr val="tx1"/>
                          </a:solidFill>
                        </a:rPr>
                        <a:t>77</a:t>
                      </a:r>
                      <a:endParaRPr lang="en-IE" sz="1100" b="1" cap="none" spc="0">
                        <a:solidFill>
                          <a:schemeClr val="tx1"/>
                        </a:solidFill>
                      </a:endParaRP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599677"/>
                  </a:ext>
                </a:extLst>
              </a:tr>
              <a:tr h="497896">
                <a:tc>
                  <a:txBody>
                    <a:bodyPr/>
                    <a:lstStyle/>
                    <a:p>
                      <a:pPr algn="ctr"/>
                      <a:r>
                        <a:rPr lang="en-IE" sz="1100" cap="none" spc="0">
                          <a:solidFill>
                            <a:schemeClr val="tx1"/>
                          </a:solidFill>
                        </a:rPr>
                        <a:t>PixelProbeB2GI</a:t>
                      </a: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GenImage</a:t>
                      </a:r>
                      <a:endParaRPr lang="en-IE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50</a:t>
                      </a:r>
                      <a:endParaRPr lang="en-IE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56</a:t>
                      </a:r>
                      <a:endParaRPr lang="en-IE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u="sng" cap="none" spc="0">
                          <a:solidFill>
                            <a:schemeClr val="tx1"/>
                          </a:solidFill>
                        </a:rPr>
                        <a:t>79</a:t>
                      </a:r>
                      <a:endParaRPr lang="en-IE" sz="1100" u="sng" cap="none" spc="0">
                        <a:solidFill>
                          <a:schemeClr val="tx1"/>
                        </a:solidFill>
                      </a:endParaRP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75</a:t>
                      </a:r>
                      <a:endParaRPr lang="en-IE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946084"/>
                  </a:ext>
                </a:extLst>
              </a:tr>
              <a:tr h="497896">
                <a:tc>
                  <a:txBody>
                    <a:bodyPr/>
                    <a:lstStyle/>
                    <a:p>
                      <a:pPr algn="ctr"/>
                      <a:r>
                        <a:rPr lang="en-IE" sz="1100" cap="none" spc="0">
                          <a:solidFill>
                            <a:schemeClr val="tx1"/>
                          </a:solidFill>
                        </a:rPr>
                        <a:t>PixelProbeB2GIV3</a:t>
                      </a: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cap="none" spc="0">
                          <a:solidFill>
                            <a:schemeClr val="tx1"/>
                          </a:solidFill>
                        </a:rPr>
                        <a:t>GenImage/Places365</a:t>
                      </a:r>
                      <a:endParaRPr lang="en-IE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u="sng" cap="none" spc="0" dirty="0">
                          <a:solidFill>
                            <a:schemeClr val="tx1"/>
                          </a:solidFill>
                        </a:rPr>
                        <a:t>56</a:t>
                      </a:r>
                      <a:endParaRPr lang="en-IE" sz="1100" u="sng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cap="none" spc="0" dirty="0">
                          <a:solidFill>
                            <a:schemeClr val="tx1"/>
                          </a:solidFill>
                        </a:rPr>
                        <a:t>54</a:t>
                      </a:r>
                      <a:endParaRPr lang="en-IE" sz="1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cap="none" spc="0" dirty="0">
                          <a:solidFill>
                            <a:schemeClr val="tx1"/>
                          </a:solidFill>
                        </a:rPr>
                        <a:t>78</a:t>
                      </a:r>
                      <a:endParaRPr lang="en-IE" sz="1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cap="none" spc="0" dirty="0">
                          <a:solidFill>
                            <a:schemeClr val="tx1"/>
                          </a:solidFill>
                        </a:rPr>
                        <a:t>73</a:t>
                      </a:r>
                      <a:endParaRPr lang="en-IE" sz="1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63682" marR="63682" marT="63682" marB="3184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FBFBF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546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9921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5A713ED-4CF6-76B6-B179-F3020F625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GB"/>
              <a:t>Conclusion</a:t>
            </a:r>
            <a:endParaRPr lang="en-IE" dirty="0"/>
          </a:p>
        </p:txBody>
      </p:sp>
      <p:graphicFrame>
        <p:nvGraphicFramePr>
          <p:cNvPr id="100" name="Content Placeholder 5">
            <a:extLst>
              <a:ext uri="{FF2B5EF4-FFF2-40B4-BE49-F238E27FC236}">
                <a16:creationId xmlns:a16="http://schemas.microsoft.com/office/drawing/2014/main" id="{FD62DACF-E141-E391-8B0B-5A8F094F8C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1523314"/>
              </p:ext>
            </p:extLst>
          </p:nvPr>
        </p:nvGraphicFramePr>
        <p:xfrm>
          <a:off x="1141413" y="2418820"/>
          <a:ext cx="9906000" cy="31427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79899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C6270675-9512-4978-8583-36659256E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5007BC6-8CF7-510F-12CC-FF6138CC8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GB" dirty="0"/>
              <a:t>Future Work</a:t>
            </a:r>
            <a:endParaRPr lang="en-IE" dirty="0"/>
          </a:p>
        </p:txBody>
      </p:sp>
      <p:graphicFrame>
        <p:nvGraphicFramePr>
          <p:cNvPr id="46" name="Content Placeholder 5">
            <a:extLst>
              <a:ext uri="{FF2B5EF4-FFF2-40B4-BE49-F238E27FC236}">
                <a16:creationId xmlns:a16="http://schemas.microsoft.com/office/drawing/2014/main" id="{B80F2BD1-EF98-9E17-4201-4BEE59D004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9241042"/>
              </p:ext>
            </p:extLst>
          </p:nvPr>
        </p:nvGraphicFramePr>
        <p:xfrm>
          <a:off x="640080" y="2249488"/>
          <a:ext cx="1106424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48526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7C521-BA39-56A4-338F-B6A44E832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 Usage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FE7BE-4D47-94B6-2167-F14731F77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 the course of the project, AI assistants Claude and Copilot have been used.</a:t>
            </a:r>
          </a:p>
          <a:p>
            <a:r>
              <a:rPr lang="en-US" dirty="0"/>
              <a:t>The use of the AI assistants have been for research purposes and Bug fixes predominantly.</a:t>
            </a:r>
          </a:p>
          <a:p>
            <a:r>
              <a:rPr lang="en-US" dirty="0"/>
              <a:t>Additional usage has been to gain deeper understanding of source code referenced throughout the development of this system.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403652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395A8-1C9F-2095-C6C4-419525F8C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Timeline</a:t>
            </a:r>
            <a:endParaRPr lang="en-I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B6F22A-5B86-C10B-E74A-7EFFE85019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2488185"/>
            <a:ext cx="9906000" cy="3064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973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081C7-4F12-EA3D-A32E-C573998A3FF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2950" y="1781175"/>
            <a:ext cx="9906000" cy="3781425"/>
          </a:xfrm>
        </p:spPr>
        <p:txBody>
          <a:bodyPr/>
          <a:lstStyle/>
          <a:p>
            <a:pPr algn="ctr"/>
            <a:r>
              <a:rPr lang="en-GB" dirty="0"/>
              <a:t>Thank you for listening!</a:t>
            </a:r>
            <a:br>
              <a:rPr lang="en-GB" dirty="0"/>
            </a:b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5161E-A305-04BA-8FA2-ACF74D3E18C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42950" y="1901031"/>
            <a:ext cx="9906000" cy="3541712"/>
          </a:xfrm>
        </p:spPr>
        <p:txBody>
          <a:bodyPr/>
          <a:lstStyle/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>
              <a:hlinkClick r:id="rId2"/>
            </a:endParaRPr>
          </a:p>
          <a:p>
            <a:pPr marL="0" indent="0" algn="ctr">
              <a:buNone/>
            </a:pPr>
            <a:r>
              <a:rPr lang="en-GB" dirty="0">
                <a:hlinkClick r:id="rId2"/>
              </a:rPr>
              <a:t>https://github.com/NaoiseOL/FYP2025-26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23002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7855545-00bb-4800-a65f-e79104ec0fc4}" enabled="0" method="" siteId="{47855545-00bb-4800-a65f-e79104ec0fc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251</TotalTime>
  <Words>533</Words>
  <Application>Microsoft Office PowerPoint</Application>
  <PresentationFormat>Widescreen</PresentationFormat>
  <Paragraphs>102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Tw Cen MT</vt:lpstr>
      <vt:lpstr>Circuit</vt:lpstr>
      <vt:lpstr>PixelProbe – AI Image detection system</vt:lpstr>
      <vt:lpstr>Intro</vt:lpstr>
      <vt:lpstr>System Architecture</vt:lpstr>
      <vt:lpstr>Model Pipeline</vt:lpstr>
      <vt:lpstr>Lite MHSA</vt:lpstr>
      <vt:lpstr>Results</vt:lpstr>
      <vt:lpstr>Conclusion</vt:lpstr>
      <vt:lpstr>Future Work</vt:lpstr>
      <vt:lpstr>AI Usage</vt:lpstr>
      <vt:lpstr>Project Timeline</vt:lpstr>
      <vt:lpstr>Thank you for listening!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NAOISE O LOUGHLIN - STUDENT</dc:creator>
  <cp:lastModifiedBy>NAOISE O LOUGHLIN - STUDENT</cp:lastModifiedBy>
  <cp:revision>1</cp:revision>
  <dcterms:created xsi:type="dcterms:W3CDTF">2026-04-27T10:45:35Z</dcterms:created>
  <dcterms:modified xsi:type="dcterms:W3CDTF">2026-04-27T18:07:02Z</dcterms:modified>
</cp:coreProperties>
</file>